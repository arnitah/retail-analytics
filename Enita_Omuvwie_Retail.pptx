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20"/>
  </p:notesMasterIdLst>
  <p:sldIdLst>
    <p:sldId id="256" r:id="rId2"/>
    <p:sldId id="258" r:id="rId3"/>
    <p:sldId id="284" r:id="rId4"/>
    <p:sldId id="285" r:id="rId5"/>
    <p:sldId id="267" r:id="rId6"/>
    <p:sldId id="286" r:id="rId7"/>
    <p:sldId id="287" r:id="rId8"/>
    <p:sldId id="288" r:id="rId9"/>
    <p:sldId id="289" r:id="rId10"/>
    <p:sldId id="292" r:id="rId11"/>
    <p:sldId id="291" r:id="rId12"/>
    <p:sldId id="295" r:id="rId13"/>
    <p:sldId id="294" r:id="rId14"/>
    <p:sldId id="290" r:id="rId15"/>
    <p:sldId id="297" r:id="rId16"/>
    <p:sldId id="296" r:id="rId17"/>
    <p:sldId id="298" r:id="rId18"/>
    <p:sldId id="29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184711D-12B2-4CC6-B142-2F93133EB151}">
          <p14:sldIdLst>
            <p14:sldId id="256"/>
            <p14:sldId id="258"/>
            <p14:sldId id="284"/>
            <p14:sldId id="285"/>
            <p14:sldId id="267"/>
            <p14:sldId id="286"/>
            <p14:sldId id="287"/>
            <p14:sldId id="288"/>
            <p14:sldId id="289"/>
            <p14:sldId id="292"/>
            <p14:sldId id="291"/>
            <p14:sldId id="295"/>
            <p14:sldId id="294"/>
            <p14:sldId id="290"/>
            <p14:sldId id="297"/>
            <p14:sldId id="296"/>
            <p14:sldId id="298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240AF3-BB94-432E-9928-579439907A05}">
  <a:tblStyle styleId="{BC240AF3-BB94-432E-9928-579439907A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4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ita  Omuvwie" userId="05b7ec2d-1ef5-4e52-82d9-455310839393" providerId="ADAL" clId="{CED9990C-39F5-4C4A-A06E-8287C5AA513E}"/>
    <pc:docChg chg="modSld">
      <pc:chgData name="Enita  Omuvwie" userId="05b7ec2d-1ef5-4e52-82d9-455310839393" providerId="ADAL" clId="{CED9990C-39F5-4C4A-A06E-8287C5AA513E}" dt="2025-02-14T06:17:41.328" v="9" actId="1076"/>
      <pc:docMkLst>
        <pc:docMk/>
      </pc:docMkLst>
      <pc:sldChg chg="modSp mod">
        <pc:chgData name="Enita  Omuvwie" userId="05b7ec2d-1ef5-4e52-82d9-455310839393" providerId="ADAL" clId="{CED9990C-39F5-4C4A-A06E-8287C5AA513E}" dt="2025-02-14T06:17:08.377" v="5" actId="1076"/>
        <pc:sldMkLst>
          <pc:docMk/>
          <pc:sldMk cId="0" sldId="258"/>
        </pc:sldMkLst>
        <pc:spChg chg="mod">
          <ac:chgData name="Enita  Omuvwie" userId="05b7ec2d-1ef5-4e52-82d9-455310839393" providerId="ADAL" clId="{CED9990C-39F5-4C4A-A06E-8287C5AA513E}" dt="2025-02-14T06:17:08.377" v="5" actId="1076"/>
          <ac:spMkLst>
            <pc:docMk/>
            <pc:sldMk cId="0" sldId="258"/>
            <ac:spMk id="1404" creationId="{00000000-0000-0000-0000-000000000000}"/>
          </ac:spMkLst>
        </pc:spChg>
      </pc:sldChg>
      <pc:sldChg chg="modSp mod">
        <pc:chgData name="Enita  Omuvwie" userId="05b7ec2d-1ef5-4e52-82d9-455310839393" providerId="ADAL" clId="{CED9990C-39F5-4C4A-A06E-8287C5AA513E}" dt="2025-02-14T06:17:17.940" v="7" actId="1076"/>
        <pc:sldMkLst>
          <pc:docMk/>
          <pc:sldMk cId="2338332874" sldId="284"/>
        </pc:sldMkLst>
        <pc:spChg chg="mod">
          <ac:chgData name="Enita  Omuvwie" userId="05b7ec2d-1ef5-4e52-82d9-455310839393" providerId="ADAL" clId="{CED9990C-39F5-4C4A-A06E-8287C5AA513E}" dt="2025-02-14T06:17:12.865" v="6" actId="1076"/>
          <ac:spMkLst>
            <pc:docMk/>
            <pc:sldMk cId="2338332874" sldId="284"/>
            <ac:spMk id="21" creationId="{1D9DCEF2-6694-9C55-08E6-584C5C4E9D18}"/>
          </ac:spMkLst>
        </pc:spChg>
        <pc:spChg chg="mod">
          <ac:chgData name="Enita  Omuvwie" userId="05b7ec2d-1ef5-4e52-82d9-455310839393" providerId="ADAL" clId="{CED9990C-39F5-4C4A-A06E-8287C5AA513E}" dt="2025-02-14T06:17:17.940" v="7" actId="1076"/>
          <ac:spMkLst>
            <pc:docMk/>
            <pc:sldMk cId="2338332874" sldId="284"/>
            <ac:spMk id="26" creationId="{A4EDB4BA-5DB2-3A50-6EFD-67804260823C}"/>
          </ac:spMkLst>
        </pc:spChg>
      </pc:sldChg>
      <pc:sldChg chg="modSp mod">
        <pc:chgData name="Enita  Omuvwie" userId="05b7ec2d-1ef5-4e52-82d9-455310839393" providerId="ADAL" clId="{CED9990C-39F5-4C4A-A06E-8287C5AA513E}" dt="2025-02-14T06:17:32.836" v="8" actId="1076"/>
        <pc:sldMkLst>
          <pc:docMk/>
          <pc:sldMk cId="229265817" sldId="286"/>
        </pc:sldMkLst>
        <pc:picChg chg="mod">
          <ac:chgData name="Enita  Omuvwie" userId="05b7ec2d-1ef5-4e52-82d9-455310839393" providerId="ADAL" clId="{CED9990C-39F5-4C4A-A06E-8287C5AA513E}" dt="2025-02-14T06:17:32.836" v="8" actId="1076"/>
          <ac:picMkLst>
            <pc:docMk/>
            <pc:sldMk cId="229265817" sldId="286"/>
            <ac:picMk id="19" creationId="{DA5EC023-7DC2-FF46-8CA8-985A0427841B}"/>
          </ac:picMkLst>
        </pc:picChg>
      </pc:sldChg>
      <pc:sldChg chg="modSp mod">
        <pc:chgData name="Enita  Omuvwie" userId="05b7ec2d-1ef5-4e52-82d9-455310839393" providerId="ADAL" clId="{CED9990C-39F5-4C4A-A06E-8287C5AA513E}" dt="2025-02-14T06:17:41.328" v="9" actId="1076"/>
        <pc:sldMkLst>
          <pc:docMk/>
          <pc:sldMk cId="3969143367" sldId="287"/>
        </pc:sldMkLst>
        <pc:spChg chg="mod">
          <ac:chgData name="Enita  Omuvwie" userId="05b7ec2d-1ef5-4e52-82d9-455310839393" providerId="ADAL" clId="{CED9990C-39F5-4C4A-A06E-8287C5AA513E}" dt="2025-02-14T06:17:41.328" v="9" actId="1076"/>
          <ac:spMkLst>
            <pc:docMk/>
            <pc:sldMk cId="3969143367" sldId="287"/>
            <ac:spMk id="4" creationId="{A4218545-B8E3-F047-5664-6720415E89D9}"/>
          </ac:spMkLst>
        </pc:spChg>
      </pc:sldChg>
      <pc:sldChg chg="modSp mod">
        <pc:chgData name="Enita  Omuvwie" userId="05b7ec2d-1ef5-4e52-82d9-455310839393" providerId="ADAL" clId="{CED9990C-39F5-4C4A-A06E-8287C5AA513E}" dt="2025-02-14T06:16:39.143" v="2" actId="1076"/>
        <pc:sldMkLst>
          <pc:docMk/>
          <pc:sldMk cId="1553042606" sldId="290"/>
        </pc:sldMkLst>
        <pc:spChg chg="mod">
          <ac:chgData name="Enita  Omuvwie" userId="05b7ec2d-1ef5-4e52-82d9-455310839393" providerId="ADAL" clId="{CED9990C-39F5-4C4A-A06E-8287C5AA513E}" dt="2025-02-14T06:16:32.278" v="0" actId="1076"/>
          <ac:spMkLst>
            <pc:docMk/>
            <pc:sldMk cId="1553042606" sldId="290"/>
            <ac:spMk id="7" creationId="{7D34CE0D-7276-6E43-456A-33AE992A71A3}"/>
          </ac:spMkLst>
        </pc:spChg>
        <pc:spChg chg="mod">
          <ac:chgData name="Enita  Omuvwie" userId="05b7ec2d-1ef5-4e52-82d9-455310839393" providerId="ADAL" clId="{CED9990C-39F5-4C4A-A06E-8287C5AA513E}" dt="2025-02-14T06:16:35.723" v="1" actId="1076"/>
          <ac:spMkLst>
            <pc:docMk/>
            <pc:sldMk cId="1553042606" sldId="290"/>
            <ac:spMk id="8" creationId="{8474BAD9-BEA7-284A-9539-9776B75C0258}"/>
          </ac:spMkLst>
        </pc:spChg>
        <pc:picChg chg="mod">
          <ac:chgData name="Enita  Omuvwie" userId="05b7ec2d-1ef5-4e52-82d9-455310839393" providerId="ADAL" clId="{CED9990C-39F5-4C4A-A06E-8287C5AA513E}" dt="2025-02-14T06:16:39.143" v="2" actId="1076"/>
          <ac:picMkLst>
            <pc:docMk/>
            <pc:sldMk cId="1553042606" sldId="290"/>
            <ac:picMk id="9" creationId="{778CB6EA-AF5B-B824-1928-A179D935F382}"/>
          </ac:picMkLst>
        </pc:picChg>
      </pc:sldChg>
      <pc:sldChg chg="modSp mod">
        <pc:chgData name="Enita  Omuvwie" userId="05b7ec2d-1ef5-4e52-82d9-455310839393" providerId="ADAL" clId="{CED9990C-39F5-4C4A-A06E-8287C5AA513E}" dt="2025-02-14T06:16:49.391" v="4" actId="1076"/>
        <pc:sldMkLst>
          <pc:docMk/>
          <pc:sldMk cId="3734139143" sldId="298"/>
        </pc:sldMkLst>
        <pc:spChg chg="mod">
          <ac:chgData name="Enita  Omuvwie" userId="05b7ec2d-1ef5-4e52-82d9-455310839393" providerId="ADAL" clId="{CED9990C-39F5-4C4A-A06E-8287C5AA513E}" dt="2025-02-14T06:16:45.450" v="3" actId="1076"/>
          <ac:spMkLst>
            <pc:docMk/>
            <pc:sldMk cId="3734139143" sldId="298"/>
            <ac:spMk id="7" creationId="{EF138EA9-935B-A4BA-A97C-EF443576E301}"/>
          </ac:spMkLst>
        </pc:spChg>
        <pc:spChg chg="mod">
          <ac:chgData name="Enita  Omuvwie" userId="05b7ec2d-1ef5-4e52-82d9-455310839393" providerId="ADAL" clId="{CED9990C-39F5-4C4A-A06E-8287C5AA513E}" dt="2025-02-14T06:16:49.391" v="4" actId="1076"/>
          <ac:spMkLst>
            <pc:docMk/>
            <pc:sldMk cId="3734139143" sldId="298"/>
            <ac:spMk id="8" creationId="{856951D8-4942-F977-026D-F1858C0A5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05532" y="-719250"/>
            <a:ext cx="9990882" cy="6050606"/>
            <a:chOff x="-505532" y="-719250"/>
            <a:chExt cx="9990882" cy="605060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6509552" y="-719250"/>
              <a:ext cx="2975798" cy="2392650"/>
              <a:chOff x="4418377" y="-851325"/>
              <a:chExt cx="2975798" cy="239265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" name="Google Shape;1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" name="Google Shape;13;p2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" name="Google Shape;18;p2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4" name="Google Shape;24;p2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" name="Google Shape;26;p2"/>
              <p:cNvCxnSpPr>
                <a:stCxn id="12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22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22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" name="Google Shape;31;p2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" name="Google Shape;32;p2"/>
              <p:cNvCxnSpPr>
                <a:stCxn id="16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Google Shape;33;p2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-505532" y="4226447"/>
              <a:ext cx="3290857" cy="1104909"/>
              <a:chOff x="-505532" y="4226447"/>
              <a:chExt cx="3290857" cy="1104909"/>
            </a:xfrm>
          </p:grpSpPr>
          <p:cxnSp>
            <p:nvCxnSpPr>
              <p:cNvPr id="36" name="Google Shape;36;p2"/>
              <p:cNvCxnSpPr>
                <a:stCxn id="37" idx="3"/>
                <a:endCxn id="38" idx="0"/>
              </p:cNvCxnSpPr>
              <p:nvPr/>
            </p:nvCxnSpPr>
            <p:spPr>
              <a:xfrm>
                <a:off x="1223400" y="4747104"/>
                <a:ext cx="128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" name="Google Shape;38;p2"/>
              <p:cNvSpPr/>
              <p:nvPr/>
            </p:nvSpPr>
            <p:spPr>
              <a:xfrm rot="10800000">
                <a:off x="2511725" y="4628451"/>
                <a:ext cx="273600" cy="2373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9" name="Google Shape;39;p2"/>
              <p:cNvGrpSpPr/>
              <p:nvPr/>
            </p:nvGrpSpPr>
            <p:grpSpPr>
              <a:xfrm rot="10800000">
                <a:off x="-505532" y="4536684"/>
                <a:ext cx="917499" cy="794671"/>
                <a:chOff x="8022925" y="186250"/>
                <a:chExt cx="815700" cy="706500"/>
              </a:xfrm>
            </p:grpSpPr>
            <p:sp>
              <p:nvSpPr>
                <p:cNvPr id="40" name="Google Shape;40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42" name="Google Shape;42;p2"/>
              <p:cNvGrpSpPr/>
              <p:nvPr/>
            </p:nvGrpSpPr>
            <p:grpSpPr>
              <a:xfrm rot="10800000">
                <a:off x="635607" y="4492552"/>
                <a:ext cx="587793" cy="509104"/>
                <a:chOff x="8022925" y="186250"/>
                <a:chExt cx="815700" cy="706500"/>
              </a:xfrm>
            </p:grpSpPr>
            <p:sp>
              <p:nvSpPr>
                <p:cNvPr id="37" name="Google Shape;37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4" name="Google Shape;44;p2"/>
              <p:cNvSpPr/>
              <p:nvPr/>
            </p:nvSpPr>
            <p:spPr>
              <a:xfrm rot="10800000">
                <a:off x="257863" y="422644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5" name="Google Shape;45;p2"/>
              <p:cNvCxnSpPr>
                <a:stCxn id="37" idx="0"/>
              </p:cNvCxnSpPr>
              <p:nvPr/>
            </p:nvCxnSpPr>
            <p:spPr>
              <a:xfrm rot="10800000">
                <a:off x="481107" y="4747104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2"/>
              <p:cNvCxnSpPr>
                <a:stCxn id="40" idx="3"/>
              </p:cNvCxnSpPr>
              <p:nvPr/>
            </p:nvCxnSpPr>
            <p:spPr>
              <a:xfrm rot="10800000" flipH="1">
                <a:off x="411967" y="474652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7" name="Google Shape;47;p2"/>
            <p:cNvGrpSpPr/>
            <p:nvPr/>
          </p:nvGrpSpPr>
          <p:grpSpPr>
            <a:xfrm rot="10800000" flipH="1">
              <a:off x="148990" y="168600"/>
              <a:ext cx="1128460" cy="989200"/>
              <a:chOff x="-50110" y="3536450"/>
              <a:chExt cx="1128460" cy="989200"/>
            </a:xfrm>
          </p:grpSpPr>
          <p:grpSp>
            <p:nvGrpSpPr>
              <p:cNvPr id="48" name="Google Shape;48;p2"/>
              <p:cNvGrpSpPr/>
              <p:nvPr/>
            </p:nvGrpSpPr>
            <p:grpSpPr>
              <a:xfrm rot="10800000">
                <a:off x="87357" y="3968427"/>
                <a:ext cx="587793" cy="509104"/>
                <a:chOff x="8022925" y="186250"/>
                <a:chExt cx="815700" cy="706500"/>
              </a:xfrm>
            </p:grpSpPr>
            <p:sp>
              <p:nvSpPr>
                <p:cNvPr id="49" name="Google Shape;49;p2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1" name="Google Shape;51;p2"/>
              <p:cNvSpPr/>
              <p:nvPr/>
            </p:nvSpPr>
            <p:spPr>
              <a:xfrm rot="10800000">
                <a:off x="163378" y="4423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" name="Google Shape;52;p2"/>
              <p:cNvCxnSpPr>
                <a:stCxn id="49" idx="3"/>
              </p:cNvCxnSpPr>
              <p:nvPr/>
            </p:nvCxnSpPr>
            <p:spPr>
              <a:xfrm>
                <a:off x="675150" y="4222979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2"/>
              <p:cNvCxnSpPr>
                <a:stCxn id="49" idx="1"/>
              </p:cNvCxnSpPr>
              <p:nvPr/>
            </p:nvCxnSpPr>
            <p:spPr>
              <a:xfrm rot="10800000">
                <a:off x="-11567" y="3576627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" name="Google Shape;54;p2"/>
              <p:cNvSpPr/>
              <p:nvPr/>
            </p:nvSpPr>
            <p:spPr>
              <a:xfrm rot="10800000">
                <a:off x="-50110" y="35364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5" name="Google Shape;55;p2"/>
          <p:cNvSpPr>
            <a:spLocks noGrp="1"/>
          </p:cNvSpPr>
          <p:nvPr>
            <p:ph type="pic" idx="2"/>
          </p:nvPr>
        </p:nvSpPr>
        <p:spPr>
          <a:xfrm>
            <a:off x="4934775" y="803775"/>
            <a:ext cx="3470400" cy="339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713225" y="957800"/>
            <a:ext cx="4221600" cy="27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713288" y="3586302"/>
            <a:ext cx="4221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1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2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3"/>
          </p:nvPr>
        </p:nvSpPr>
        <p:spPr>
          <a:xfrm>
            <a:off x="720000" y="1460025"/>
            <a:ext cx="36981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4"/>
          </p:nvPr>
        </p:nvSpPr>
        <p:spPr>
          <a:xfrm>
            <a:off x="4725900" y="1460025"/>
            <a:ext cx="3698100" cy="47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>
            <a:off x="-543500" y="130633"/>
            <a:ext cx="10264508" cy="5328200"/>
            <a:chOff x="-543500" y="130633"/>
            <a:chExt cx="10264508" cy="5328200"/>
          </a:xfrm>
        </p:grpSpPr>
        <p:grpSp>
          <p:nvGrpSpPr>
            <p:cNvPr id="177" name="Google Shape;177;p5"/>
            <p:cNvGrpSpPr/>
            <p:nvPr/>
          </p:nvGrpSpPr>
          <p:grpSpPr>
            <a:xfrm rot="5400000">
              <a:off x="8662178" y="1914413"/>
              <a:ext cx="1128460" cy="989200"/>
              <a:chOff x="2136440" y="1592025"/>
              <a:chExt cx="1128460" cy="989200"/>
            </a:xfrm>
          </p:grpSpPr>
          <p:grpSp>
            <p:nvGrpSpPr>
              <p:cNvPr id="178" name="Google Shape;178;p5"/>
              <p:cNvGrpSpPr/>
              <p:nvPr/>
            </p:nvGrpSpPr>
            <p:grpSpPr>
              <a:xfrm rot="10800000">
                <a:off x="2273907" y="2024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79" name="Google Shape;179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0" name="Google Shape;180;p5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81" name="Google Shape;181;p5"/>
              <p:cNvSpPr/>
              <p:nvPr/>
            </p:nvSpPr>
            <p:spPr>
              <a:xfrm rot="10800000">
                <a:off x="2349928" y="24789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82" name="Google Shape;182;p5"/>
              <p:cNvCxnSpPr>
                <a:stCxn id="179" idx="3"/>
              </p:cNvCxnSpPr>
              <p:nvPr/>
            </p:nvCxnSpPr>
            <p:spPr>
              <a:xfrm rot="10800000">
                <a:off x="3063300" y="2076954"/>
                <a:ext cx="0" cy="40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5"/>
              <p:cNvCxnSpPr>
                <a:stCxn id="179" idx="1"/>
              </p:cNvCxnSpPr>
              <p:nvPr/>
            </p:nvCxnSpPr>
            <p:spPr>
              <a:xfrm rot="5400000" flipH="1">
                <a:off x="2092183" y="1715002"/>
                <a:ext cx="391800" cy="22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4" name="Google Shape;184;p5"/>
              <p:cNvSpPr/>
              <p:nvPr/>
            </p:nvSpPr>
            <p:spPr>
              <a:xfrm rot="10800000">
                <a:off x="2136440" y="15920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 rot="5400000">
              <a:off x="7881052" y="377463"/>
              <a:ext cx="1845335" cy="1351673"/>
              <a:chOff x="1557290" y="2633002"/>
              <a:chExt cx="1845335" cy="1351673"/>
            </a:xfrm>
          </p:grpSpPr>
          <p:grpSp>
            <p:nvGrpSpPr>
              <p:cNvPr id="186" name="Google Shape;186;p5"/>
              <p:cNvGrpSpPr/>
              <p:nvPr/>
            </p:nvGrpSpPr>
            <p:grpSpPr>
              <a:xfrm rot="10800000">
                <a:off x="1673693" y="2677134"/>
                <a:ext cx="917499" cy="794671"/>
                <a:chOff x="8022925" y="186250"/>
                <a:chExt cx="815700" cy="706500"/>
              </a:xfrm>
            </p:grpSpPr>
            <p:sp>
              <p:nvSpPr>
                <p:cNvPr id="187" name="Google Shape;187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8" name="Google Shape;188;p5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89" name="Google Shape;189;p5"/>
              <p:cNvGrpSpPr/>
              <p:nvPr/>
            </p:nvGrpSpPr>
            <p:grpSpPr>
              <a:xfrm rot="10800000">
                <a:off x="2814832" y="2633002"/>
                <a:ext cx="587793" cy="509104"/>
                <a:chOff x="8022925" y="186250"/>
                <a:chExt cx="815700" cy="706500"/>
              </a:xfrm>
            </p:grpSpPr>
            <p:sp>
              <p:nvSpPr>
                <p:cNvPr id="190" name="Google Shape;190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92" name="Google Shape;192;p5"/>
              <p:cNvCxnSpPr>
                <a:stCxn id="190" idx="0"/>
              </p:cNvCxnSpPr>
              <p:nvPr/>
            </p:nvCxnSpPr>
            <p:spPr>
              <a:xfrm>
                <a:off x="2737582" y="2810304"/>
                <a:ext cx="0" cy="15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5"/>
              <p:cNvCxnSpPr>
                <a:stCxn id="187" idx="3"/>
              </p:cNvCxnSpPr>
              <p:nvPr/>
            </p:nvCxnSpPr>
            <p:spPr>
              <a:xfrm rot="-5400000">
                <a:off x="2534042" y="2944120"/>
                <a:ext cx="187500" cy="7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5"/>
              <p:cNvCxnSpPr>
                <a:stCxn id="187" idx="5"/>
              </p:cNvCxnSpPr>
              <p:nvPr/>
            </p:nvCxnSpPr>
            <p:spPr>
              <a:xfrm rot="5400000">
                <a:off x="1495711" y="3572755"/>
                <a:ext cx="477600" cy="27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5" name="Google Shape;195;p5"/>
              <p:cNvSpPr/>
              <p:nvPr/>
            </p:nvSpPr>
            <p:spPr>
              <a:xfrm rot="10800000">
                <a:off x="1557290" y="39060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-543500" y="3812300"/>
              <a:ext cx="2410926" cy="1646533"/>
              <a:chOff x="8352175" y="-274150"/>
              <a:chExt cx="2410926" cy="1646533"/>
            </a:xfrm>
          </p:grpSpPr>
          <p:grpSp>
            <p:nvGrpSpPr>
              <p:cNvPr id="197" name="Google Shape;197;p5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198" name="Google Shape;198;p5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0" name="Google Shape;200;p5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01" name="Google Shape;201;p5"/>
              <p:cNvSpPr/>
              <p:nvPr/>
            </p:nvSpPr>
            <p:spPr>
              <a:xfrm>
                <a:off x="10305901" y="6162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203" name="Google Shape;203;p5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204" name="Google Shape;204;p5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205" name="Google Shape;205;p5"/>
                  <p:cNvCxnSpPr>
                    <a:stCxn id="198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206" name="Google Shape;206;p5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207" name="Google Shape;207;p5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208" name="Google Shape;208;p5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209" name="Google Shape;209;p5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210" name="Google Shape;210;p5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1" name="Google Shape;211;p5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12" name="Google Shape;212;p5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8942352" y="174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14" name="Google Shape;214;p5"/>
            <p:cNvGrpSpPr/>
            <p:nvPr/>
          </p:nvGrpSpPr>
          <p:grpSpPr>
            <a:xfrm rot="5400000">
              <a:off x="8213581" y="3913128"/>
              <a:ext cx="1180258" cy="1390907"/>
              <a:chOff x="4046769" y="1482116"/>
              <a:chExt cx="1180258" cy="1390907"/>
            </a:xfrm>
          </p:grpSpPr>
          <p:grpSp>
            <p:nvGrpSpPr>
              <p:cNvPr id="215" name="Google Shape;215;p5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216" name="Google Shape;216;p5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219" name="Google Shape;219;p5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220" name="Google Shape;220;p5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1" name="Google Shape;221;p5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22" name="Google Shape;222;p5"/>
              <p:cNvCxnSpPr>
                <a:stCxn id="217" idx="1"/>
                <a:endCxn id="223" idx="0"/>
              </p:cNvCxnSpPr>
              <p:nvPr/>
            </p:nvCxnSpPr>
            <p:spPr>
              <a:xfrm rot="-5400000" flipH="1">
                <a:off x="4749671" y="2219382"/>
                <a:ext cx="135000" cy="1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3" name="Google Shape;223;p5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 rot="10800000" flipH="1">
            <a:off x="6114715" y="3341034"/>
            <a:ext cx="2968246" cy="2068730"/>
            <a:chOff x="6114715" y="-312689"/>
            <a:chExt cx="2968246" cy="2068730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6114715" y="-312689"/>
              <a:ext cx="2923710" cy="1831430"/>
              <a:chOff x="6041340" y="-41164"/>
              <a:chExt cx="2923710" cy="1831430"/>
            </a:xfrm>
          </p:grpSpPr>
          <p:grpSp>
            <p:nvGrpSpPr>
              <p:cNvPr id="229" name="Google Shape;229;p6"/>
              <p:cNvGrpSpPr/>
              <p:nvPr/>
            </p:nvGrpSpPr>
            <p:grpSpPr>
              <a:xfrm>
                <a:off x="7832150" y="-41164"/>
                <a:ext cx="815700" cy="706500"/>
                <a:chOff x="8022925" y="186250"/>
                <a:chExt cx="815700" cy="706500"/>
              </a:xfrm>
            </p:grpSpPr>
            <p:sp>
              <p:nvSpPr>
                <p:cNvPr id="230" name="Google Shape;230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1" name="Google Shape;231;p6"/>
                <p:cNvSpPr/>
                <p:nvPr/>
              </p:nvSpPr>
              <p:spPr>
                <a:xfrm>
                  <a:off x="8104477" y="256921"/>
                  <a:ext cx="652800" cy="565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2" name="Google Shape;232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33" name="Google Shape;233;p6"/>
              <p:cNvGrpSpPr/>
              <p:nvPr/>
            </p:nvGrpSpPr>
            <p:grpSpPr>
              <a:xfrm>
                <a:off x="7116830" y="85652"/>
                <a:ext cx="522864" cy="452867"/>
                <a:chOff x="8022925" y="186250"/>
                <a:chExt cx="815700" cy="706500"/>
              </a:xfrm>
            </p:grpSpPr>
            <p:sp>
              <p:nvSpPr>
                <p:cNvPr id="234" name="Google Shape;234;p6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5" name="Google Shape;235;p6"/>
                <p:cNvSpPr/>
                <p:nvPr/>
              </p:nvSpPr>
              <p:spPr>
                <a:xfrm>
                  <a:off x="8159419" y="304478"/>
                  <a:ext cx="543000" cy="470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6" name="Google Shape;236;p6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37" name="Google Shape;237;p6"/>
              <p:cNvCxnSpPr>
                <a:stCxn id="234" idx="0"/>
                <a:endCxn id="230" idx="3"/>
              </p:cNvCxnSpPr>
              <p:nvPr/>
            </p:nvCxnSpPr>
            <p:spPr>
              <a:xfrm>
                <a:off x="7639694" y="312086"/>
                <a:ext cx="192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38" name="Google Shape;238;p6"/>
              <p:cNvGrpSpPr/>
              <p:nvPr/>
            </p:nvGrpSpPr>
            <p:grpSpPr>
              <a:xfrm>
                <a:off x="6041340" y="189494"/>
                <a:ext cx="549374" cy="475828"/>
                <a:chOff x="8022925" y="93007"/>
                <a:chExt cx="815700" cy="706500"/>
              </a:xfrm>
            </p:grpSpPr>
            <p:sp>
              <p:nvSpPr>
                <p:cNvPr id="239" name="Google Shape;239;p6"/>
                <p:cNvSpPr/>
                <p:nvPr/>
              </p:nvSpPr>
              <p:spPr>
                <a:xfrm>
                  <a:off x="8022925" y="93007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0" name="Google Shape;240;p6"/>
                <p:cNvSpPr/>
                <p:nvPr/>
              </p:nvSpPr>
              <p:spPr>
                <a:xfrm>
                  <a:off x="8156075" y="208356"/>
                  <a:ext cx="549600" cy="475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41" name="Google Shape;241;p6"/>
              <p:cNvCxnSpPr>
                <a:stCxn id="234" idx="3"/>
                <a:endCxn id="239" idx="0"/>
              </p:cNvCxnSpPr>
              <p:nvPr/>
            </p:nvCxnSpPr>
            <p:spPr>
              <a:xfrm flipH="1">
                <a:off x="6590630" y="312086"/>
                <a:ext cx="526200" cy="1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42" name="Google Shape;242;p6"/>
              <p:cNvGrpSpPr/>
              <p:nvPr/>
            </p:nvGrpSpPr>
            <p:grpSpPr>
              <a:xfrm>
                <a:off x="8471225" y="665336"/>
                <a:ext cx="436661" cy="1124931"/>
                <a:chOff x="8471225" y="665336"/>
                <a:chExt cx="436661" cy="1124931"/>
              </a:xfrm>
            </p:grpSpPr>
            <p:cxnSp>
              <p:nvCxnSpPr>
                <p:cNvPr id="243" name="Google Shape;243;p6"/>
                <p:cNvCxnSpPr>
                  <a:stCxn id="230" idx="1"/>
                </p:cNvCxnSpPr>
                <p:nvPr/>
              </p:nvCxnSpPr>
              <p:spPr>
                <a:xfrm>
                  <a:off x="8471225" y="665336"/>
                  <a:ext cx="436500" cy="38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4" name="Google Shape;244;p6"/>
                <p:cNvCxnSpPr>
                  <a:endCxn id="245" idx="3"/>
                </p:cNvCxnSpPr>
                <p:nvPr/>
              </p:nvCxnSpPr>
              <p:spPr>
                <a:xfrm flipH="1">
                  <a:off x="8906986" y="1072366"/>
                  <a:ext cx="900" cy="717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6" name="Google Shape;246;p6"/>
              <p:cNvSpPr/>
              <p:nvPr/>
            </p:nvSpPr>
            <p:spPr>
              <a:xfrm>
                <a:off x="8850450" y="990550"/>
                <a:ext cx="114600" cy="11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45" name="Google Shape;245;p6"/>
            <p:cNvSpPr/>
            <p:nvPr/>
          </p:nvSpPr>
          <p:spPr>
            <a:xfrm rot="5400000">
              <a:off x="8861711" y="1534791"/>
              <a:ext cx="237300" cy="2052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7" name="Google Shape;247;p6"/>
          <p:cNvGrpSpPr/>
          <p:nvPr/>
        </p:nvGrpSpPr>
        <p:grpSpPr>
          <a:xfrm rot="10800000" flipH="1">
            <a:off x="-278087" y="-479096"/>
            <a:ext cx="1835863" cy="1646533"/>
            <a:chOff x="8352175" y="-274150"/>
            <a:chExt cx="1835863" cy="1646533"/>
          </a:xfrm>
        </p:grpSpPr>
        <p:grpSp>
          <p:nvGrpSpPr>
            <p:cNvPr id="248" name="Google Shape;248;p6"/>
            <p:cNvGrpSpPr/>
            <p:nvPr/>
          </p:nvGrpSpPr>
          <p:grpSpPr>
            <a:xfrm>
              <a:off x="9314994" y="616216"/>
              <a:ext cx="873044" cy="756167"/>
              <a:chOff x="8022925" y="186250"/>
              <a:chExt cx="815700" cy="706500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3718" y="282237"/>
                <a:ext cx="594300" cy="5145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40438" y="374705"/>
                <a:ext cx="380700" cy="3297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2" name="Google Shape;252;p6"/>
            <p:cNvSpPr/>
            <p:nvPr/>
          </p:nvSpPr>
          <p:spPr>
            <a:xfrm>
              <a:off x="8383126" y="-206726"/>
              <a:ext cx="457200" cy="39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9118688" y="590550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54" name="Google Shape;254;p6"/>
            <p:cNvGrpSpPr/>
            <p:nvPr/>
          </p:nvGrpSpPr>
          <p:grpSpPr>
            <a:xfrm>
              <a:off x="8408775" y="-274150"/>
              <a:ext cx="906219" cy="1300800"/>
              <a:chOff x="6860600" y="1707050"/>
              <a:chExt cx="906219" cy="1300800"/>
            </a:xfrm>
          </p:grpSpPr>
          <p:grpSp>
            <p:nvGrpSpPr>
              <p:cNvPr id="255" name="Google Shape;255;p6"/>
              <p:cNvGrpSpPr/>
              <p:nvPr/>
            </p:nvGrpSpPr>
            <p:grpSpPr>
              <a:xfrm>
                <a:off x="6860600" y="2285500"/>
                <a:ext cx="906219" cy="722350"/>
                <a:chOff x="6860600" y="2285500"/>
                <a:chExt cx="906219" cy="722350"/>
              </a:xfrm>
            </p:grpSpPr>
            <p:cxnSp>
              <p:nvCxnSpPr>
                <p:cNvPr id="256" name="Google Shape;256;p6"/>
                <p:cNvCxnSpPr>
                  <a:stCxn id="249" idx="3"/>
                </p:cNvCxnSpPr>
                <p:nvPr/>
              </p:nvCxnSpPr>
              <p:spPr>
                <a:xfrm rot="10800000">
                  <a:off x="7612919" y="2975499"/>
                  <a:ext cx="153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257" name="Google Shape;257;p6"/>
                <p:cNvGrpSpPr/>
                <p:nvPr/>
              </p:nvGrpSpPr>
              <p:grpSpPr>
                <a:xfrm>
                  <a:off x="6860600" y="2285500"/>
                  <a:ext cx="755625" cy="690000"/>
                  <a:chOff x="6860600" y="2285500"/>
                  <a:chExt cx="755625" cy="690000"/>
                </a:xfrm>
              </p:grpSpPr>
              <p:cxnSp>
                <p:nvCxnSpPr>
                  <p:cNvPr id="258" name="Google Shape;258;p6"/>
                  <p:cNvCxnSpPr/>
                  <p:nvPr/>
                </p:nvCxnSpPr>
                <p:spPr>
                  <a:xfrm rot="10800000">
                    <a:off x="7262825" y="2285500"/>
                    <a:ext cx="353400" cy="690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59" name="Google Shape;259;p6"/>
                  <p:cNvCxnSpPr/>
                  <p:nvPr/>
                </p:nvCxnSpPr>
                <p:spPr>
                  <a:xfrm rot="10800000">
                    <a:off x="6860600" y="2289200"/>
                    <a:ext cx="405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260" name="Google Shape;260;p6"/>
                <p:cNvSpPr/>
                <p:nvPr/>
              </p:nvSpPr>
              <p:spPr>
                <a:xfrm>
                  <a:off x="7584350" y="2943050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61" name="Google Shape;261;p6"/>
              <p:cNvCxnSpPr/>
              <p:nvPr/>
            </p:nvCxnSpPr>
            <p:spPr>
              <a:xfrm rot="10800000" flipH="1">
                <a:off x="7261350" y="1744525"/>
                <a:ext cx="315600" cy="54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2" name="Google Shape;262;p6"/>
              <p:cNvSpPr/>
              <p:nvPr/>
            </p:nvSpPr>
            <p:spPr>
              <a:xfrm>
                <a:off x="7545125" y="1707050"/>
                <a:ext cx="73500" cy="73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63" name="Google Shape;263;p6"/>
            <p:cNvSpPr/>
            <p:nvPr/>
          </p:nvSpPr>
          <p:spPr>
            <a:xfrm>
              <a:off x="8352175" y="268675"/>
              <a:ext cx="78600" cy="78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8504977" y="426753"/>
              <a:ext cx="307200" cy="266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AFE0D9">
                <a:alpha val="59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41184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67" name="Google Shape;267;p7"/>
          <p:cNvSpPr>
            <a:spLocks noGrp="1"/>
          </p:cNvSpPr>
          <p:nvPr>
            <p:ph type="pic" idx="2"/>
          </p:nvPr>
        </p:nvSpPr>
        <p:spPr>
          <a:xfrm>
            <a:off x="5346075" y="1411300"/>
            <a:ext cx="3084600" cy="319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7"/>
          <p:cNvGrpSpPr/>
          <p:nvPr/>
        </p:nvGrpSpPr>
        <p:grpSpPr>
          <a:xfrm>
            <a:off x="-498798" y="-311134"/>
            <a:ext cx="9996544" cy="6330709"/>
            <a:chOff x="-498798" y="-311134"/>
            <a:chExt cx="9996544" cy="6330709"/>
          </a:xfrm>
        </p:grpSpPr>
        <p:grpSp>
          <p:nvGrpSpPr>
            <p:cNvPr id="270" name="Google Shape;270;p7"/>
            <p:cNvGrpSpPr/>
            <p:nvPr/>
          </p:nvGrpSpPr>
          <p:grpSpPr>
            <a:xfrm rot="10800000">
              <a:off x="-498798" y="3571972"/>
              <a:ext cx="2965866" cy="2447603"/>
              <a:chOff x="4428309" y="-851325"/>
              <a:chExt cx="2965866" cy="2447603"/>
            </a:xfrm>
          </p:grpSpPr>
          <p:grpSp>
            <p:nvGrpSpPr>
              <p:cNvPr id="271" name="Google Shape;271;p7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272" name="Google Shape;272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5" name="Google Shape;275;p7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276" name="Google Shape;276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78" name="Google Shape;278;p7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279" name="Google Shape;279;p7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81" name="Google Shape;281;p7"/>
              <p:cNvGrpSpPr/>
              <p:nvPr/>
            </p:nvGrpSpPr>
            <p:grpSpPr>
              <a:xfrm>
                <a:off x="6287065" y="600244"/>
                <a:ext cx="587793" cy="509104"/>
                <a:chOff x="8296725" y="186250"/>
                <a:chExt cx="815700" cy="706500"/>
              </a:xfrm>
            </p:grpSpPr>
            <p:sp>
              <p:nvSpPr>
                <p:cNvPr id="282" name="Google Shape;282;p7"/>
                <p:cNvSpPr/>
                <p:nvPr/>
              </p:nvSpPr>
              <p:spPr>
                <a:xfrm>
                  <a:off x="82967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84871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>
                <a:off x="66965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6" name="Google Shape;286;p7"/>
              <p:cNvCxnSpPr>
                <a:stCxn id="279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7"/>
              <p:cNvCxnSpPr>
                <a:stCxn id="276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7"/>
              <p:cNvCxnSpPr>
                <a:stCxn id="282" idx="1"/>
              </p:cNvCxnSpPr>
              <p:nvPr/>
            </p:nvCxnSpPr>
            <p:spPr>
              <a:xfrm>
                <a:off x="67475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9" name="Google Shape;289;p7"/>
              <p:cNvSpPr/>
              <p:nvPr/>
            </p:nvSpPr>
            <p:spPr>
              <a:xfrm>
                <a:off x="69337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0" name="Google Shape;290;p7"/>
              <p:cNvCxnSpPr>
                <a:stCxn id="276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7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499602" y="13301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93" name="Google Shape;293;p7"/>
            <p:cNvGrpSpPr/>
            <p:nvPr/>
          </p:nvGrpSpPr>
          <p:grpSpPr>
            <a:xfrm flipH="1">
              <a:off x="8555763" y="3880174"/>
              <a:ext cx="825115" cy="1625907"/>
              <a:chOff x="9282198" y="-206726"/>
              <a:chExt cx="825115" cy="1625907"/>
            </a:xfrm>
          </p:grpSpPr>
          <p:grpSp>
            <p:nvGrpSpPr>
              <p:cNvPr id="294" name="Google Shape;294;p7"/>
              <p:cNvGrpSpPr/>
              <p:nvPr/>
            </p:nvGrpSpPr>
            <p:grpSpPr>
              <a:xfrm>
                <a:off x="9282198" y="546137"/>
                <a:ext cx="756167" cy="873044"/>
                <a:chOff x="7992283" y="120774"/>
                <a:chExt cx="706500" cy="815700"/>
              </a:xfrm>
            </p:grpSpPr>
            <p:sp>
              <p:nvSpPr>
                <p:cNvPr id="295" name="Google Shape;295;p7"/>
                <p:cNvSpPr/>
                <p:nvPr/>
              </p:nvSpPr>
              <p:spPr>
                <a:xfrm rot="5400000">
                  <a:off x="7937683" y="175374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 rot="5400000">
                  <a:off x="8048396" y="27146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 rot="5400000">
                  <a:off x="8155128" y="363787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298" name="Google Shape;298;p7"/>
              <p:cNvSpPr/>
              <p:nvPr/>
            </p:nvSpPr>
            <p:spPr>
              <a:xfrm>
                <a:off x="9547801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10005013" y="18927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300" name="Google Shape;300;p7"/>
              <p:cNvGrpSpPr/>
              <p:nvPr/>
            </p:nvGrpSpPr>
            <p:grpSpPr>
              <a:xfrm>
                <a:off x="9627930" y="363668"/>
                <a:ext cx="64800" cy="182469"/>
                <a:chOff x="8079755" y="2344868"/>
                <a:chExt cx="64800" cy="182469"/>
              </a:xfrm>
            </p:grpSpPr>
            <p:cxnSp>
              <p:nvCxnSpPr>
                <p:cNvPr id="301" name="Google Shape;301;p7"/>
                <p:cNvCxnSpPr>
                  <a:stCxn id="295" idx="3"/>
                </p:cNvCxnSpPr>
                <p:nvPr/>
              </p:nvCxnSpPr>
              <p:spPr>
                <a:xfrm rot="10800000">
                  <a:off x="8112106" y="2373437"/>
                  <a:ext cx="0" cy="153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2" name="Google Shape;302;p7"/>
                <p:cNvSpPr/>
                <p:nvPr/>
              </p:nvSpPr>
              <p:spPr>
                <a:xfrm rot="5400000">
                  <a:off x="8079755" y="2344868"/>
                  <a:ext cx="64800" cy="648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03" name="Google Shape;303;p7"/>
              <p:cNvSpPr/>
              <p:nvPr/>
            </p:nvSpPr>
            <p:spPr>
              <a:xfrm>
                <a:off x="9622802" y="-1417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4" name="Google Shape;304;p7"/>
            <p:cNvGrpSpPr/>
            <p:nvPr/>
          </p:nvGrpSpPr>
          <p:grpSpPr>
            <a:xfrm flipH="1">
              <a:off x="8277176" y="-311134"/>
              <a:ext cx="1220571" cy="1450531"/>
              <a:chOff x="6134231" y="-642422"/>
              <a:chExt cx="1220571" cy="1450531"/>
            </a:xfrm>
          </p:grpSpPr>
          <p:grpSp>
            <p:nvGrpSpPr>
              <p:cNvPr id="305" name="Google Shape;305;p7"/>
              <p:cNvGrpSpPr/>
              <p:nvPr/>
            </p:nvGrpSpPr>
            <p:grpSpPr>
              <a:xfrm>
                <a:off x="6134231" y="-642422"/>
                <a:ext cx="873044" cy="756167"/>
                <a:chOff x="7392284" y="-113981"/>
                <a:chExt cx="815700" cy="706500"/>
              </a:xfrm>
            </p:grpSpPr>
            <p:sp>
              <p:nvSpPr>
                <p:cNvPr id="306" name="Google Shape;306;p7"/>
                <p:cNvSpPr/>
                <p:nvPr/>
              </p:nvSpPr>
              <p:spPr>
                <a:xfrm>
                  <a:off x="7392284" y="-113981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7503077" y="-17994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7609797" y="74474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9" name="Google Shape;309;p7"/>
              <p:cNvGrpSpPr/>
              <p:nvPr/>
            </p:nvGrpSpPr>
            <p:grpSpPr>
              <a:xfrm rot="10800000" flipH="1">
                <a:off x="6550088" y="-170208"/>
                <a:ext cx="804714" cy="978317"/>
                <a:chOff x="7359301" y="-25539"/>
                <a:chExt cx="804714" cy="978317"/>
              </a:xfrm>
            </p:grpSpPr>
            <p:sp>
              <p:nvSpPr>
                <p:cNvPr id="310" name="Google Shape;310;p7"/>
                <p:cNvSpPr/>
                <p:nvPr/>
              </p:nvSpPr>
              <p:spPr>
                <a:xfrm>
                  <a:off x="7359301" y="-25539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7499188" y="41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7856814" y="6866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 flipH="1">
            <a:off x="61713" y="-340114"/>
            <a:ext cx="9361049" cy="5744521"/>
            <a:chOff x="-278087" y="-340114"/>
            <a:chExt cx="9361049" cy="5744521"/>
          </a:xfrm>
        </p:grpSpPr>
        <p:grpSp>
          <p:nvGrpSpPr>
            <p:cNvPr id="376" name="Google Shape;376;p9"/>
            <p:cNvGrpSpPr/>
            <p:nvPr/>
          </p:nvGrpSpPr>
          <p:grpSpPr>
            <a:xfrm rot="10800000" flipH="1">
              <a:off x="4109226" y="3335677"/>
              <a:ext cx="4973735" cy="2068730"/>
              <a:chOff x="4109226" y="-312689"/>
              <a:chExt cx="4973735" cy="2068730"/>
            </a:xfrm>
          </p:grpSpPr>
          <p:grpSp>
            <p:nvGrpSpPr>
              <p:cNvPr id="377" name="Google Shape;377;p9"/>
              <p:cNvGrpSpPr/>
              <p:nvPr/>
            </p:nvGrpSpPr>
            <p:grpSpPr>
              <a:xfrm>
                <a:off x="4109226" y="-312689"/>
                <a:ext cx="4929199" cy="1831430"/>
                <a:chOff x="4035851" y="-41164"/>
                <a:chExt cx="4929199" cy="1831430"/>
              </a:xfrm>
            </p:grpSpPr>
            <p:grpSp>
              <p:nvGrpSpPr>
                <p:cNvPr id="378" name="Google Shape;378;p9"/>
                <p:cNvGrpSpPr/>
                <p:nvPr/>
              </p:nvGrpSpPr>
              <p:grpSpPr>
                <a:xfrm>
                  <a:off x="7832150" y="-41164"/>
                  <a:ext cx="815700" cy="706500"/>
                  <a:chOff x="8022925" y="186250"/>
                  <a:chExt cx="815700" cy="706500"/>
                </a:xfrm>
              </p:grpSpPr>
              <p:sp>
                <p:nvSpPr>
                  <p:cNvPr id="379" name="Google Shape;379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0" name="Google Shape;380;p9"/>
                  <p:cNvSpPr/>
                  <p:nvPr/>
                </p:nvSpPr>
                <p:spPr>
                  <a:xfrm>
                    <a:off x="8104477" y="256921"/>
                    <a:ext cx="652800" cy="5652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1" name="Google Shape;381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382" name="Google Shape;382;p9"/>
                <p:cNvGrpSpPr/>
                <p:nvPr/>
              </p:nvGrpSpPr>
              <p:grpSpPr>
                <a:xfrm>
                  <a:off x="7116830" y="85652"/>
                  <a:ext cx="522864" cy="452867"/>
                  <a:chOff x="8022925" y="186250"/>
                  <a:chExt cx="815700" cy="706500"/>
                </a:xfrm>
              </p:grpSpPr>
              <p:sp>
                <p:nvSpPr>
                  <p:cNvPr id="383" name="Google Shape;383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4" name="Google Shape;384;p9"/>
                  <p:cNvSpPr/>
                  <p:nvPr/>
                </p:nvSpPr>
                <p:spPr>
                  <a:xfrm>
                    <a:off x="8159419" y="304478"/>
                    <a:ext cx="543000" cy="470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5" name="Google Shape;385;p9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86" name="Google Shape;386;p9"/>
                <p:cNvCxnSpPr>
                  <a:stCxn id="383" idx="0"/>
                  <a:endCxn id="379" idx="3"/>
                </p:cNvCxnSpPr>
                <p:nvPr/>
              </p:nvCxnSpPr>
              <p:spPr>
                <a:xfrm>
                  <a:off x="7639694" y="312086"/>
                  <a:ext cx="192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387" name="Google Shape;387;p9"/>
                <p:cNvGrpSpPr/>
                <p:nvPr/>
              </p:nvGrpSpPr>
              <p:grpSpPr>
                <a:xfrm>
                  <a:off x="6041340" y="252293"/>
                  <a:ext cx="549374" cy="475828"/>
                  <a:chOff x="8022925" y="186250"/>
                  <a:chExt cx="815700" cy="706500"/>
                </a:xfrm>
              </p:grpSpPr>
              <p:sp>
                <p:nvSpPr>
                  <p:cNvPr id="388" name="Google Shape;388;p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389" name="Google Shape;389;p9"/>
                  <p:cNvSpPr/>
                  <p:nvPr/>
                </p:nvSpPr>
                <p:spPr>
                  <a:xfrm>
                    <a:off x="8156075" y="301599"/>
                    <a:ext cx="549600" cy="475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390" name="Google Shape;390;p9"/>
                <p:cNvCxnSpPr>
                  <a:stCxn id="383" idx="3"/>
                  <a:endCxn id="388" idx="0"/>
                </p:cNvCxnSpPr>
                <p:nvPr/>
              </p:nvCxnSpPr>
              <p:spPr>
                <a:xfrm flipH="1">
                  <a:off x="6590630" y="312086"/>
                  <a:ext cx="526200" cy="178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1" name="Google Shape;391;p9"/>
                <p:cNvCxnSpPr>
                  <a:stCxn id="388" idx="3"/>
                  <a:endCxn id="392" idx="0"/>
                </p:cNvCxnSpPr>
                <p:nvPr/>
              </p:nvCxnSpPr>
              <p:spPr>
                <a:xfrm rot="10800000">
                  <a:off x="4272840" y="490207"/>
                  <a:ext cx="1768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2" name="Google Shape;392;p9"/>
                <p:cNvSpPr/>
                <p:nvPr/>
              </p:nvSpPr>
              <p:spPr>
                <a:xfrm>
                  <a:off x="4035851" y="387446"/>
                  <a:ext cx="237000" cy="205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grpSp>
              <p:nvGrpSpPr>
                <p:cNvPr id="393" name="Google Shape;393;p9"/>
                <p:cNvGrpSpPr/>
                <p:nvPr/>
              </p:nvGrpSpPr>
              <p:grpSpPr>
                <a:xfrm>
                  <a:off x="8471225" y="665336"/>
                  <a:ext cx="436661" cy="1124931"/>
                  <a:chOff x="8471225" y="665336"/>
                  <a:chExt cx="436661" cy="1124931"/>
                </a:xfrm>
              </p:grpSpPr>
              <p:cxnSp>
                <p:nvCxnSpPr>
                  <p:cNvPr id="394" name="Google Shape;394;p9"/>
                  <p:cNvCxnSpPr>
                    <a:stCxn id="379" idx="1"/>
                  </p:cNvCxnSpPr>
                  <p:nvPr/>
                </p:nvCxnSpPr>
                <p:spPr>
                  <a:xfrm>
                    <a:off x="8471225" y="665336"/>
                    <a:ext cx="436500" cy="384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5" name="Google Shape;395;p9"/>
                  <p:cNvCxnSpPr>
                    <a:endCxn id="396" idx="3"/>
                  </p:cNvCxnSpPr>
                  <p:nvPr/>
                </p:nvCxnSpPr>
                <p:spPr>
                  <a:xfrm flipH="1">
                    <a:off x="8906986" y="1072366"/>
                    <a:ext cx="900" cy="717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397" name="Google Shape;397;p9"/>
                <p:cNvSpPr/>
                <p:nvPr/>
              </p:nvSpPr>
              <p:spPr>
                <a:xfrm>
                  <a:off x="8850450" y="990550"/>
                  <a:ext cx="114600" cy="114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396" name="Google Shape;396;p9"/>
              <p:cNvSpPr/>
              <p:nvPr/>
            </p:nvSpPr>
            <p:spPr>
              <a:xfrm rot="5400000">
                <a:off x="8861711" y="1534791"/>
                <a:ext cx="237300" cy="2052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8" name="Google Shape;398;p9"/>
            <p:cNvGrpSpPr/>
            <p:nvPr/>
          </p:nvGrpSpPr>
          <p:grpSpPr>
            <a:xfrm rot="10800000" flipH="1">
              <a:off x="-278087" y="-340114"/>
              <a:ext cx="1835863" cy="1646533"/>
              <a:chOff x="8352175" y="-274150"/>
              <a:chExt cx="1835863" cy="1646533"/>
            </a:xfrm>
          </p:grpSpPr>
          <p:grpSp>
            <p:nvGrpSpPr>
              <p:cNvPr id="399" name="Google Shape;399;p9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00" name="Google Shape;400;p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1" name="Google Shape;401;p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02" name="Google Shape;402;p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03" name="Google Shape;403;p9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05" name="Google Shape;405;p9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406" name="Google Shape;406;p9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407" name="Google Shape;407;p9"/>
                  <p:cNvCxnSpPr>
                    <a:stCxn id="400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408" name="Google Shape;408;p9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409" name="Google Shape;409;p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410" name="Google Shape;410;p9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411" name="Google Shape;411;p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12" name="Google Shape;412;p9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13" name="Google Shape;413;p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14" name="Google Shape;414;p9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3"/>
          <p:cNvGrpSpPr/>
          <p:nvPr/>
        </p:nvGrpSpPr>
        <p:grpSpPr>
          <a:xfrm>
            <a:off x="-377824" y="-193296"/>
            <a:ext cx="10080192" cy="5625141"/>
            <a:chOff x="-377824" y="-193296"/>
            <a:chExt cx="10080192" cy="5625141"/>
          </a:xfrm>
        </p:grpSpPr>
        <p:grpSp>
          <p:nvGrpSpPr>
            <p:cNvPr id="482" name="Google Shape;482;p13"/>
            <p:cNvGrpSpPr/>
            <p:nvPr/>
          </p:nvGrpSpPr>
          <p:grpSpPr>
            <a:xfrm>
              <a:off x="7421427" y="-193296"/>
              <a:ext cx="2280941" cy="1580637"/>
              <a:chOff x="7421427" y="-193296"/>
              <a:chExt cx="2280941" cy="1580637"/>
            </a:xfrm>
          </p:grpSpPr>
          <p:grpSp>
            <p:nvGrpSpPr>
              <p:cNvPr id="483" name="Google Shape;483;p13"/>
              <p:cNvGrpSpPr/>
              <p:nvPr/>
            </p:nvGrpSpPr>
            <p:grpSpPr>
              <a:xfrm>
                <a:off x="8430777" y="-193296"/>
                <a:ext cx="1271591" cy="1580637"/>
                <a:chOff x="426827" y="-723871"/>
                <a:chExt cx="1271591" cy="1580637"/>
              </a:xfrm>
            </p:grpSpPr>
            <p:grpSp>
              <p:nvGrpSpPr>
                <p:cNvPr id="484" name="Google Shape;484;p13"/>
                <p:cNvGrpSpPr/>
                <p:nvPr/>
              </p:nvGrpSpPr>
              <p:grpSpPr>
                <a:xfrm>
                  <a:off x="436759" y="-723871"/>
                  <a:ext cx="1245819" cy="1079037"/>
                  <a:chOff x="8022925" y="186250"/>
                  <a:chExt cx="815700" cy="706500"/>
                </a:xfrm>
              </p:grpSpPr>
              <p:sp>
                <p:nvSpPr>
                  <p:cNvPr id="485" name="Google Shape;485;p13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6" name="Google Shape;486;p13"/>
                  <p:cNvSpPr/>
                  <p:nvPr/>
                </p:nvSpPr>
                <p:spPr>
                  <a:xfrm>
                    <a:off x="8066182" y="223764"/>
                    <a:ext cx="729300" cy="631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487" name="Google Shape;487;p13"/>
                  <p:cNvSpPr/>
                  <p:nvPr/>
                </p:nvSpPr>
                <p:spPr>
                  <a:xfrm>
                    <a:off x="8245500" y="379072"/>
                    <a:ext cx="370500" cy="3210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488" name="Google Shape;488;p13"/>
                <p:cNvCxnSpPr>
                  <a:stCxn id="485" idx="1"/>
                </p:cNvCxnSpPr>
                <p:nvPr/>
              </p:nvCxnSpPr>
              <p:spPr>
                <a:xfrm>
                  <a:off x="1412818" y="355166"/>
                  <a:ext cx="285600" cy="50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89" name="Google Shape;489;p13"/>
                <p:cNvSpPr/>
                <p:nvPr/>
              </p:nvSpPr>
              <p:spPr>
                <a:xfrm>
                  <a:off x="426827" y="47292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490" name="Google Shape;490;p13"/>
              <p:cNvCxnSpPr>
                <a:stCxn id="485" idx="3"/>
                <a:endCxn id="491" idx="0"/>
              </p:cNvCxnSpPr>
              <p:nvPr/>
            </p:nvCxnSpPr>
            <p:spPr>
              <a:xfrm rot="10800000">
                <a:off x="7728509" y="346223"/>
                <a:ext cx="71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1" name="Google Shape;491;p13"/>
              <p:cNvSpPr/>
              <p:nvPr/>
            </p:nvSpPr>
            <p:spPr>
              <a:xfrm>
                <a:off x="7421427" y="2131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92" name="Google Shape;492;p13"/>
            <p:cNvGrpSpPr/>
            <p:nvPr/>
          </p:nvGrpSpPr>
          <p:grpSpPr>
            <a:xfrm flipH="1">
              <a:off x="7607363" y="3785313"/>
              <a:ext cx="1835863" cy="1646533"/>
              <a:chOff x="8352175" y="-274150"/>
              <a:chExt cx="1835863" cy="1646533"/>
            </a:xfrm>
          </p:grpSpPr>
          <p:grpSp>
            <p:nvGrpSpPr>
              <p:cNvPr id="493" name="Google Shape;493;p13"/>
              <p:cNvGrpSpPr/>
              <p:nvPr/>
            </p:nvGrpSpPr>
            <p:grpSpPr>
              <a:xfrm>
                <a:off x="9314994" y="616216"/>
                <a:ext cx="873044" cy="756167"/>
                <a:chOff x="8022925" y="186250"/>
                <a:chExt cx="815700" cy="706500"/>
              </a:xfrm>
            </p:grpSpPr>
            <p:sp>
              <p:nvSpPr>
                <p:cNvPr id="494" name="Google Shape;494;p1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5" name="Google Shape;495;p13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6" name="Google Shape;496;p13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497" name="Google Shape;497;p13"/>
              <p:cNvSpPr/>
              <p:nvPr/>
            </p:nvSpPr>
            <p:spPr>
              <a:xfrm>
                <a:off x="8383126" y="-206726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9118688" y="5905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499" name="Google Shape;499;p13"/>
              <p:cNvGrpSpPr/>
              <p:nvPr/>
            </p:nvGrpSpPr>
            <p:grpSpPr>
              <a:xfrm>
                <a:off x="8408775" y="-274150"/>
                <a:ext cx="906219" cy="1300800"/>
                <a:chOff x="6860600" y="1707050"/>
                <a:chExt cx="906219" cy="1300800"/>
              </a:xfrm>
            </p:grpSpPr>
            <p:grpSp>
              <p:nvGrpSpPr>
                <p:cNvPr id="500" name="Google Shape;500;p13"/>
                <p:cNvGrpSpPr/>
                <p:nvPr/>
              </p:nvGrpSpPr>
              <p:grpSpPr>
                <a:xfrm>
                  <a:off x="6860600" y="2285500"/>
                  <a:ext cx="906219" cy="722350"/>
                  <a:chOff x="6860600" y="2285500"/>
                  <a:chExt cx="906219" cy="722350"/>
                </a:xfrm>
              </p:grpSpPr>
              <p:cxnSp>
                <p:nvCxnSpPr>
                  <p:cNvPr id="501" name="Google Shape;501;p13"/>
                  <p:cNvCxnSpPr>
                    <a:stCxn id="49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502" name="Google Shape;502;p13"/>
                  <p:cNvGrpSpPr/>
                  <p:nvPr/>
                </p:nvGrpSpPr>
                <p:grpSpPr>
                  <a:xfrm>
                    <a:off x="6860600" y="2285500"/>
                    <a:ext cx="755625" cy="690000"/>
                    <a:chOff x="6860600" y="2285500"/>
                    <a:chExt cx="755625" cy="690000"/>
                  </a:xfrm>
                </p:grpSpPr>
                <p:cxnSp>
                  <p:nvCxnSpPr>
                    <p:cNvPr id="503" name="Google Shape;503;p13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04" name="Google Shape;504;p13"/>
                    <p:cNvCxnSpPr/>
                    <p:nvPr/>
                  </p:nvCxnSpPr>
                  <p:spPr>
                    <a:xfrm rot="10800000">
                      <a:off x="6860600" y="2289200"/>
                      <a:ext cx="4059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505" name="Google Shape;505;p13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06" name="Google Shape;506;p13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07" name="Google Shape;507;p13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08" name="Google Shape;508;p13"/>
              <p:cNvSpPr/>
              <p:nvPr/>
            </p:nvSpPr>
            <p:spPr>
              <a:xfrm>
                <a:off x="8352175" y="268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8504977" y="4267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10" name="Google Shape;510;p13"/>
            <p:cNvGrpSpPr/>
            <p:nvPr/>
          </p:nvGrpSpPr>
          <p:grpSpPr>
            <a:xfrm>
              <a:off x="-377824" y="3323825"/>
              <a:ext cx="1141616" cy="1740595"/>
              <a:chOff x="-377824" y="3323825"/>
              <a:chExt cx="1141616" cy="1740595"/>
            </a:xfrm>
          </p:grpSpPr>
          <p:grpSp>
            <p:nvGrpSpPr>
              <p:cNvPr id="511" name="Google Shape;511;p13"/>
              <p:cNvGrpSpPr/>
              <p:nvPr/>
            </p:nvGrpSpPr>
            <p:grpSpPr>
              <a:xfrm>
                <a:off x="-377824" y="3991865"/>
                <a:ext cx="1141616" cy="1072555"/>
                <a:chOff x="4046769" y="1482116"/>
                <a:chExt cx="1390180" cy="1306082"/>
              </a:xfrm>
            </p:grpSpPr>
            <p:grpSp>
              <p:nvGrpSpPr>
                <p:cNvPr id="512" name="Google Shape;512;p13"/>
                <p:cNvGrpSpPr/>
                <p:nvPr/>
              </p:nvGrpSpPr>
              <p:grpSpPr>
                <a:xfrm>
                  <a:off x="4046769" y="1482116"/>
                  <a:ext cx="1180258" cy="756167"/>
                  <a:chOff x="4046769" y="1482116"/>
                  <a:chExt cx="1180258" cy="756167"/>
                </a:xfrm>
              </p:grpSpPr>
              <p:grpSp>
                <p:nvGrpSpPr>
                  <p:cNvPr id="513" name="Google Shape;513;p13"/>
                  <p:cNvGrpSpPr/>
                  <p:nvPr/>
                </p:nvGrpSpPr>
                <p:grpSpPr>
                  <a:xfrm>
                    <a:off x="4046769" y="1482116"/>
                    <a:ext cx="873044" cy="756167"/>
                    <a:chOff x="8022925" y="186250"/>
                    <a:chExt cx="815700" cy="706500"/>
                  </a:xfrm>
                </p:grpSpPr>
                <p:sp>
                  <p:nvSpPr>
                    <p:cNvPr id="514" name="Google Shape;514;p13"/>
                    <p:cNvSpPr/>
                    <p:nvPr/>
                  </p:nvSpPr>
                  <p:spPr>
                    <a:xfrm>
                      <a:off x="8022925" y="186250"/>
                      <a:ext cx="815700" cy="706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5" name="Google Shape;515;p13"/>
                    <p:cNvSpPr/>
                    <p:nvPr/>
                  </p:nvSpPr>
                  <p:spPr>
                    <a:xfrm>
                      <a:off x="8133718" y="282237"/>
                      <a:ext cx="594300" cy="5145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  <p:sp>
                  <p:nvSpPr>
                    <p:cNvPr id="516" name="Google Shape;516;p13"/>
                    <p:cNvSpPr/>
                    <p:nvPr/>
                  </p:nvSpPr>
                  <p:spPr>
                    <a:xfrm>
                      <a:off x="8240438" y="374705"/>
                      <a:ext cx="380700" cy="329700"/>
                    </a:xfrm>
                    <a:prstGeom prst="hexagon">
                      <a:avLst>
                        <a:gd name="adj" fmla="val 25000"/>
                        <a:gd name="vf" fmla="val 115470"/>
                      </a:avLst>
                    </a:prstGeom>
                    <a:noFill/>
                    <a:ln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p:txBody>
                </p:sp>
              </p:grpSp>
              <p:sp>
                <p:nvSpPr>
                  <p:cNvPr id="517" name="Google Shape;517;p13"/>
                  <p:cNvSpPr/>
                  <p:nvPr/>
                </p:nvSpPr>
                <p:spPr>
                  <a:xfrm>
                    <a:off x="4919827" y="1953578"/>
                    <a:ext cx="307200" cy="2661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518" name="Google Shape;518;p13"/>
                  <p:cNvSpPr/>
                  <p:nvPr/>
                </p:nvSpPr>
                <p:spPr>
                  <a:xfrm>
                    <a:off x="4981813" y="1541325"/>
                    <a:ext cx="102300" cy="1023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519" name="Google Shape;519;p13"/>
                <p:cNvCxnSpPr>
                  <a:stCxn id="514" idx="1"/>
                  <a:endCxn id="520" idx="3"/>
                </p:cNvCxnSpPr>
                <p:nvPr/>
              </p:nvCxnSpPr>
              <p:spPr>
                <a:xfrm>
                  <a:off x="4730771" y="2238282"/>
                  <a:ext cx="206400" cy="333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0" name="Google Shape;520;p13"/>
                <p:cNvSpPr/>
                <p:nvPr/>
              </p:nvSpPr>
              <p:spPr>
                <a:xfrm>
                  <a:off x="4937149" y="2355298"/>
                  <a:ext cx="499800" cy="4329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1" name="Google Shape;521;p13"/>
                <p:cNvSpPr/>
                <p:nvPr/>
              </p:nvSpPr>
              <p:spPr>
                <a:xfrm>
                  <a:off x="4988000" y="2399325"/>
                  <a:ext cx="398100" cy="345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522" name="Google Shape;522;p13"/>
              <p:cNvSpPr/>
              <p:nvPr/>
            </p:nvSpPr>
            <p:spPr>
              <a:xfrm>
                <a:off x="39500" y="3323825"/>
                <a:ext cx="595500" cy="5157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124250" y="3397200"/>
                <a:ext cx="426000" cy="369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24" name="Google Shape;524;p13"/>
            <p:cNvSpPr/>
            <p:nvPr/>
          </p:nvSpPr>
          <p:spPr>
            <a:xfrm flipH="1">
              <a:off x="8222213" y="122863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 flipH="1">
              <a:off x="8829538" y="1285038"/>
              <a:ext cx="102300" cy="102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26" name="Google Shape;52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1"/>
          </p:nvPr>
        </p:nvSpPr>
        <p:spPr>
          <a:xfrm>
            <a:off x="713225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subTitle" idx="2"/>
          </p:nvPr>
        </p:nvSpPr>
        <p:spPr>
          <a:xfrm>
            <a:off x="713225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13"/>
          <p:cNvSpPr txBox="1">
            <a:spLocks noGrp="1"/>
          </p:cNvSpPr>
          <p:nvPr>
            <p:ph type="subTitle" idx="3"/>
          </p:nvPr>
        </p:nvSpPr>
        <p:spPr>
          <a:xfrm>
            <a:off x="3419250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13"/>
          <p:cNvSpPr txBox="1">
            <a:spLocks noGrp="1"/>
          </p:cNvSpPr>
          <p:nvPr>
            <p:ph type="subTitle" idx="4"/>
          </p:nvPr>
        </p:nvSpPr>
        <p:spPr>
          <a:xfrm>
            <a:off x="3419250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" name="Google Shape;534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5" name="Google Shape;535;p13"/>
          <p:cNvSpPr txBox="1">
            <a:spLocks noGrp="1"/>
          </p:cNvSpPr>
          <p:nvPr>
            <p:ph type="subTitle" idx="9"/>
          </p:nvPr>
        </p:nvSpPr>
        <p:spPr>
          <a:xfrm>
            <a:off x="6125275" y="395278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13"/>
          </p:nvPr>
        </p:nvSpPr>
        <p:spPr>
          <a:xfrm>
            <a:off x="6125275" y="22675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303845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8" name="Google Shape;538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9" name="Google Shape;539;p13"/>
          <p:cNvSpPr txBox="1">
            <a:spLocks noGrp="1"/>
          </p:cNvSpPr>
          <p:nvPr>
            <p:ph type="subTitle" idx="16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17"/>
          </p:nvPr>
        </p:nvSpPr>
        <p:spPr>
          <a:xfrm>
            <a:off x="713225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18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subTitle" idx="19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20"/>
          </p:nvPr>
        </p:nvSpPr>
        <p:spPr>
          <a:xfrm>
            <a:off x="6125275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21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 ">
  <p:cSld name="TITLE_AND_BODY_1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0"/>
          <p:cNvSpPr txBox="1">
            <a:spLocks noGrp="1"/>
          </p:cNvSpPr>
          <p:nvPr>
            <p:ph type="body" idx="1"/>
          </p:nvPr>
        </p:nvSpPr>
        <p:spPr>
          <a:xfrm>
            <a:off x="719975" y="1147224"/>
            <a:ext cx="7704000" cy="3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Catamaran Light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13" name="Google Shape;813;p20"/>
          <p:cNvGrpSpPr/>
          <p:nvPr/>
        </p:nvGrpSpPr>
        <p:grpSpPr>
          <a:xfrm>
            <a:off x="107819" y="-693575"/>
            <a:ext cx="10278993" cy="6189648"/>
            <a:chOff x="107819" y="-693575"/>
            <a:chExt cx="10278993" cy="6189648"/>
          </a:xfrm>
        </p:grpSpPr>
        <p:grpSp>
          <p:nvGrpSpPr>
            <p:cNvPr id="814" name="Google Shape;814;p20"/>
            <p:cNvGrpSpPr/>
            <p:nvPr/>
          </p:nvGrpSpPr>
          <p:grpSpPr>
            <a:xfrm>
              <a:off x="6969009" y="3051325"/>
              <a:ext cx="3417803" cy="2444748"/>
              <a:chOff x="5222059" y="1707050"/>
              <a:chExt cx="3417803" cy="2444748"/>
            </a:xfrm>
          </p:grpSpPr>
          <p:grpSp>
            <p:nvGrpSpPr>
              <p:cNvPr id="815" name="Google Shape;815;p20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816" name="Google Shape;81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7" name="Google Shape;81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22" name="Google Shape;822;p20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823" name="Google Shape;82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4" name="Google Shape;82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25" name="Google Shape;825;p20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26" name="Google Shape;826;p20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827" name="Google Shape;827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8" name="Google Shape;828;p20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9" name="Google Shape;829;p20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30" name="Google Shape;830;p20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1" name="Google Shape;831;p20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32" name="Google Shape;832;p20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833" name="Google Shape;833;p20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834" name="Google Shape;834;p20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835" name="Google Shape;835;p20"/>
                  <p:cNvCxnSpPr>
                    <a:stCxn id="827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836" name="Google Shape;836;p20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837" name="Google Shape;837;p20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838" name="Google Shape;838;p20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839" name="Google Shape;839;p20"/>
                    <p:cNvCxnSpPr>
                      <a:stCxn id="820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840" name="Google Shape;840;p20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841" name="Google Shape;841;p20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42" name="Google Shape;842;p20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43" name="Google Shape;843;p20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44" name="Google Shape;844;p20"/>
            <p:cNvGrpSpPr/>
            <p:nvPr/>
          </p:nvGrpSpPr>
          <p:grpSpPr>
            <a:xfrm>
              <a:off x="6515052" y="-693575"/>
              <a:ext cx="3213398" cy="2392650"/>
              <a:chOff x="4180777" y="-851325"/>
              <a:chExt cx="3213398" cy="2392650"/>
            </a:xfrm>
          </p:grpSpPr>
          <p:grpSp>
            <p:nvGrpSpPr>
              <p:cNvPr id="845" name="Google Shape;845;p20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846" name="Google Shape;84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7" name="Google Shape;847;p20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8" name="Google Shape;848;p20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49" name="Google Shape;849;p20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850" name="Google Shape;850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1" name="Google Shape;851;p20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2" name="Google Shape;852;p20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853" name="Google Shape;853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4" name="Google Shape;854;p20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55" name="Google Shape;855;p20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856" name="Google Shape;856;p20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7" name="Google Shape;857;p20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858" name="Google Shape;858;p20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5752677" y="-31739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0" name="Google Shape;860;p20"/>
              <p:cNvCxnSpPr>
                <a:stCxn id="846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1" name="Google Shape;861;p20"/>
              <p:cNvCxnSpPr>
                <a:stCxn id="856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0"/>
              <p:cNvCxnSpPr>
                <a:stCxn id="853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0"/>
              <p:cNvCxnSpPr>
                <a:stCxn id="850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0"/>
              <p:cNvCxnSpPr>
                <a:stCxn id="856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5" name="Google Shape;865;p20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866" name="Google Shape;866;p20"/>
              <p:cNvCxnSpPr>
                <a:stCxn id="850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7" name="Google Shape;867;p20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4180777" y="58866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869" name="Google Shape;869;p20"/>
            <p:cNvGrpSpPr/>
            <p:nvPr/>
          </p:nvGrpSpPr>
          <p:grpSpPr>
            <a:xfrm rot="-5400000" flipH="1">
              <a:off x="213144" y="3800116"/>
              <a:ext cx="1180258" cy="1390907"/>
              <a:chOff x="4046769" y="1482116"/>
              <a:chExt cx="1180258" cy="1390907"/>
            </a:xfrm>
          </p:grpSpPr>
          <p:grpSp>
            <p:nvGrpSpPr>
              <p:cNvPr id="870" name="Google Shape;870;p20"/>
              <p:cNvGrpSpPr/>
              <p:nvPr/>
            </p:nvGrpSpPr>
            <p:grpSpPr>
              <a:xfrm>
                <a:off x="4046769" y="1482116"/>
                <a:ext cx="1180258" cy="756167"/>
                <a:chOff x="4046769" y="1482116"/>
                <a:chExt cx="1180258" cy="756167"/>
              </a:xfrm>
            </p:grpSpPr>
            <p:grpSp>
              <p:nvGrpSpPr>
                <p:cNvPr id="871" name="Google Shape;871;p20"/>
                <p:cNvGrpSpPr/>
                <p:nvPr/>
              </p:nvGrpSpPr>
              <p:grpSpPr>
                <a:xfrm>
                  <a:off x="4046769" y="1482116"/>
                  <a:ext cx="873044" cy="756167"/>
                  <a:chOff x="8022925" y="186250"/>
                  <a:chExt cx="815700" cy="706500"/>
                </a:xfrm>
              </p:grpSpPr>
              <p:sp>
                <p:nvSpPr>
                  <p:cNvPr id="872" name="Google Shape;872;p20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3" name="Google Shape;873;p20"/>
                  <p:cNvSpPr/>
                  <p:nvPr/>
                </p:nvSpPr>
                <p:spPr>
                  <a:xfrm>
                    <a:off x="8133718" y="282237"/>
                    <a:ext cx="594300" cy="514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874" name="Google Shape;874;p20"/>
                  <p:cNvSpPr/>
                  <p:nvPr/>
                </p:nvSpPr>
                <p:spPr>
                  <a:xfrm>
                    <a:off x="8240438" y="374705"/>
                    <a:ext cx="380700" cy="329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875" name="Google Shape;875;p20"/>
                <p:cNvSpPr/>
                <p:nvPr/>
              </p:nvSpPr>
              <p:spPr>
                <a:xfrm>
                  <a:off x="4919827" y="1953578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76" name="Google Shape;876;p20"/>
                <p:cNvSpPr/>
                <p:nvPr/>
              </p:nvSpPr>
              <p:spPr>
                <a:xfrm>
                  <a:off x="4981813" y="15413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877" name="Google Shape;877;p20"/>
              <p:cNvCxnSpPr>
                <a:stCxn id="872" idx="1"/>
                <a:endCxn id="878" idx="0"/>
              </p:cNvCxnSpPr>
              <p:nvPr/>
            </p:nvCxnSpPr>
            <p:spPr>
              <a:xfrm rot="-5400000" flipH="1">
                <a:off x="4749671" y="2219382"/>
                <a:ext cx="135000" cy="17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78" name="Google Shape;878;p20"/>
              <p:cNvSpPr/>
              <p:nvPr/>
            </p:nvSpPr>
            <p:spPr>
              <a:xfrm rot="-5400000">
                <a:off x="4653574" y="2406673"/>
                <a:ext cx="499800" cy="432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9" name="Google Shape;879;p20"/>
              <p:cNvSpPr/>
              <p:nvPr/>
            </p:nvSpPr>
            <p:spPr>
              <a:xfrm rot="-5400000">
                <a:off x="4704500" y="2450622"/>
                <a:ext cx="398100" cy="345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23"/>
          <p:cNvSpPr txBox="1">
            <a:spLocks noGrp="1"/>
          </p:cNvSpPr>
          <p:nvPr>
            <p:ph type="subTitle" idx="1"/>
          </p:nvPr>
        </p:nvSpPr>
        <p:spPr>
          <a:xfrm>
            <a:off x="1294375" y="1655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23"/>
          <p:cNvSpPr txBox="1">
            <a:spLocks noGrp="1"/>
          </p:cNvSpPr>
          <p:nvPr>
            <p:ph type="subTitle" idx="2"/>
          </p:nvPr>
        </p:nvSpPr>
        <p:spPr>
          <a:xfrm>
            <a:off x="1294385" y="2798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23"/>
          <p:cNvSpPr txBox="1">
            <a:spLocks noGrp="1"/>
          </p:cNvSpPr>
          <p:nvPr>
            <p:ph type="subTitle" idx="3"/>
          </p:nvPr>
        </p:nvSpPr>
        <p:spPr>
          <a:xfrm>
            <a:off x="1294385" y="3941237"/>
            <a:ext cx="7136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 txBox="1">
            <a:spLocks noGrp="1"/>
          </p:cNvSpPr>
          <p:nvPr>
            <p:ph type="subTitle" idx="4"/>
          </p:nvPr>
        </p:nvSpPr>
        <p:spPr>
          <a:xfrm>
            <a:off x="1294375" y="137547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94" name="Google Shape;994;p23"/>
          <p:cNvSpPr txBox="1">
            <a:spLocks noGrp="1"/>
          </p:cNvSpPr>
          <p:nvPr>
            <p:ph type="subTitle" idx="5"/>
          </p:nvPr>
        </p:nvSpPr>
        <p:spPr>
          <a:xfrm>
            <a:off x="1294375" y="249602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995" name="Google Shape;995;p23"/>
          <p:cNvSpPr txBox="1">
            <a:spLocks noGrp="1"/>
          </p:cNvSpPr>
          <p:nvPr>
            <p:ph type="subTitle" idx="6"/>
          </p:nvPr>
        </p:nvSpPr>
        <p:spPr>
          <a:xfrm>
            <a:off x="1294375" y="3616577"/>
            <a:ext cx="7136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grpSp>
        <p:nvGrpSpPr>
          <p:cNvPr id="996" name="Google Shape;996;p23"/>
          <p:cNvGrpSpPr/>
          <p:nvPr/>
        </p:nvGrpSpPr>
        <p:grpSpPr>
          <a:xfrm>
            <a:off x="-443807" y="-948650"/>
            <a:ext cx="9956582" cy="6051825"/>
            <a:chOff x="-443807" y="-948650"/>
            <a:chExt cx="9956582" cy="6051825"/>
          </a:xfrm>
        </p:grpSpPr>
        <p:grpSp>
          <p:nvGrpSpPr>
            <p:cNvPr id="997" name="Google Shape;997;p23"/>
            <p:cNvGrpSpPr/>
            <p:nvPr/>
          </p:nvGrpSpPr>
          <p:grpSpPr>
            <a:xfrm>
              <a:off x="6093702" y="-948650"/>
              <a:ext cx="3419073" cy="1782378"/>
              <a:chOff x="3975102" y="-851325"/>
              <a:chExt cx="3419073" cy="1782378"/>
            </a:xfrm>
          </p:grpSpPr>
          <p:grpSp>
            <p:nvGrpSpPr>
              <p:cNvPr id="998" name="Google Shape;998;p23"/>
              <p:cNvGrpSpPr/>
              <p:nvPr/>
            </p:nvGrpSpPr>
            <p:grpSpPr>
              <a:xfrm>
                <a:off x="4368809" y="-635621"/>
                <a:ext cx="1245819" cy="1079037"/>
                <a:chOff x="7983967" y="244032"/>
                <a:chExt cx="815700" cy="706500"/>
              </a:xfrm>
            </p:grpSpPr>
            <p:sp>
              <p:nvSpPr>
                <p:cNvPr id="999" name="Google Shape;999;p23"/>
                <p:cNvSpPr/>
                <p:nvPr/>
              </p:nvSpPr>
              <p:spPr>
                <a:xfrm>
                  <a:off x="7983967" y="244032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0" name="Google Shape;1000;p23"/>
                <p:cNvSpPr/>
                <p:nvPr/>
              </p:nvSpPr>
              <p:spPr>
                <a:xfrm>
                  <a:off x="8027224" y="281546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1" name="Google Shape;1001;p23"/>
                <p:cNvSpPr/>
                <p:nvPr/>
              </p:nvSpPr>
              <p:spPr>
                <a:xfrm>
                  <a:off x="8316706" y="532281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2" name="Google Shape;1002;p23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003" name="Google Shape;1003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4" name="Google Shape;1004;p23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005" name="Google Shape;1005;p23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006" name="Google Shape;1006;p23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7" name="Google Shape;1007;p23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08" name="Google Shape;1008;p23"/>
              <p:cNvSpPr/>
              <p:nvPr/>
            </p:nvSpPr>
            <p:spPr>
              <a:xfrm>
                <a:off x="3975102" y="-19647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09" name="Google Shape;1009;p23"/>
              <p:cNvCxnSpPr>
                <a:stCxn id="1006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23"/>
              <p:cNvCxnSpPr>
                <a:stCxn id="1003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11" name="Google Shape;1011;p23"/>
              <p:cNvSpPr/>
              <p:nvPr/>
            </p:nvSpPr>
            <p:spPr>
              <a:xfrm>
                <a:off x="6393525" y="50035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2" name="Google Shape;1012;p23"/>
              <p:cNvCxnSpPr>
                <a:stCxn id="1003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13" name="Google Shape;1013;p23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6525052" y="66495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5" name="Google Shape;1015;p23"/>
            <p:cNvGrpSpPr/>
            <p:nvPr/>
          </p:nvGrpSpPr>
          <p:grpSpPr>
            <a:xfrm rot="10800000">
              <a:off x="-443807" y="2829059"/>
              <a:ext cx="917499" cy="794671"/>
              <a:chOff x="8022925" y="186250"/>
              <a:chExt cx="815700" cy="706500"/>
            </a:xfrm>
          </p:grpSpPr>
          <p:sp>
            <p:nvSpPr>
              <p:cNvPr id="1016" name="Google Shape;1016;p23"/>
              <p:cNvSpPr/>
              <p:nvPr/>
            </p:nvSpPr>
            <p:spPr>
              <a:xfrm>
                <a:off x="8022925" y="186250"/>
                <a:ext cx="815700" cy="7065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7" name="Google Shape;1017;p23"/>
              <p:cNvSpPr/>
              <p:nvPr/>
            </p:nvSpPr>
            <p:spPr>
              <a:xfrm>
                <a:off x="8169420" y="313166"/>
                <a:ext cx="522900" cy="4527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18" name="Google Shape;1018;p23"/>
            <p:cNvGrpSpPr/>
            <p:nvPr/>
          </p:nvGrpSpPr>
          <p:grpSpPr>
            <a:xfrm flipH="1">
              <a:off x="8055928" y="4390325"/>
              <a:ext cx="990993" cy="712850"/>
              <a:chOff x="-54031" y="3864675"/>
              <a:chExt cx="990993" cy="712850"/>
            </a:xfrm>
          </p:grpSpPr>
          <p:grpSp>
            <p:nvGrpSpPr>
              <p:cNvPr id="1019" name="Google Shape;1019;p23"/>
              <p:cNvGrpSpPr/>
              <p:nvPr/>
            </p:nvGrpSpPr>
            <p:grpSpPr>
              <a:xfrm rot="10800000">
                <a:off x="-54031" y="4020302"/>
                <a:ext cx="587793" cy="509104"/>
                <a:chOff x="8219133" y="114261"/>
                <a:chExt cx="815700" cy="706500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>
                  <a:off x="8219133" y="114261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>
                  <a:off x="8409510" y="279167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22" name="Google Shape;1022;p23"/>
              <p:cNvSpPr/>
              <p:nvPr/>
            </p:nvSpPr>
            <p:spPr>
              <a:xfrm rot="10800000">
                <a:off x="21990" y="44752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3" name="Google Shape;1023;p23"/>
              <p:cNvCxnSpPr>
                <a:stCxn id="1020" idx="3"/>
              </p:cNvCxnSpPr>
              <p:nvPr/>
            </p:nvCxnSpPr>
            <p:spPr>
              <a:xfrm>
                <a:off x="533763" y="4274854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4" name="Google Shape;1024;p23"/>
              <p:cNvSpPr/>
              <p:nvPr/>
            </p:nvSpPr>
            <p:spPr>
              <a:xfrm rot="10800000">
                <a:off x="87603" y="386467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1" name="Google Shape;1241;p28"/>
          <p:cNvGrpSpPr/>
          <p:nvPr/>
        </p:nvGrpSpPr>
        <p:grpSpPr>
          <a:xfrm rot="10800000">
            <a:off x="142652" y="2391879"/>
            <a:ext cx="1180258" cy="1390907"/>
            <a:chOff x="4046769" y="1482116"/>
            <a:chExt cx="1180258" cy="1390907"/>
          </a:xfrm>
        </p:grpSpPr>
        <p:grpSp>
          <p:nvGrpSpPr>
            <p:cNvPr id="1242" name="Google Shape;1242;p28"/>
            <p:cNvGrpSpPr/>
            <p:nvPr/>
          </p:nvGrpSpPr>
          <p:grpSpPr>
            <a:xfrm>
              <a:off x="4046769" y="1482116"/>
              <a:ext cx="1180258" cy="756167"/>
              <a:chOff x="4046769" y="1482116"/>
              <a:chExt cx="1180258" cy="756167"/>
            </a:xfrm>
          </p:grpSpPr>
          <p:grpSp>
            <p:nvGrpSpPr>
              <p:cNvPr id="1243" name="Google Shape;1243;p28"/>
              <p:cNvGrpSpPr/>
              <p:nvPr/>
            </p:nvGrpSpPr>
            <p:grpSpPr>
              <a:xfrm>
                <a:off x="4046769" y="14821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44" name="Google Shape;1244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5" name="Google Shape;1245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46" name="Google Shape;1246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47" name="Google Shape;1247;p28"/>
              <p:cNvSpPr/>
              <p:nvPr/>
            </p:nvSpPr>
            <p:spPr>
              <a:xfrm>
                <a:off x="4919827" y="195357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8" name="Google Shape;1248;p28"/>
              <p:cNvSpPr/>
              <p:nvPr/>
            </p:nvSpPr>
            <p:spPr>
              <a:xfrm>
                <a:off x="5012263" y="17613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1249" name="Google Shape;1249;p28"/>
            <p:cNvCxnSpPr>
              <a:stCxn id="1244" idx="1"/>
              <a:endCxn id="1250" idx="0"/>
            </p:cNvCxnSpPr>
            <p:nvPr/>
          </p:nvCxnSpPr>
          <p:spPr>
            <a:xfrm>
              <a:off x="4730771" y="2238282"/>
              <a:ext cx="172800" cy="13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50" name="Google Shape;1250;p28"/>
            <p:cNvSpPr/>
            <p:nvPr/>
          </p:nvSpPr>
          <p:spPr>
            <a:xfrm rot="-5400000">
              <a:off x="4653574" y="2406673"/>
              <a:ext cx="499800" cy="432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51" name="Google Shape;1251;p28"/>
            <p:cNvSpPr/>
            <p:nvPr/>
          </p:nvSpPr>
          <p:spPr>
            <a:xfrm rot="-5400000">
              <a:off x="4704500" y="2450622"/>
              <a:ext cx="398100" cy="345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52" name="Google Shape;1252;p28"/>
          <p:cNvGrpSpPr/>
          <p:nvPr/>
        </p:nvGrpSpPr>
        <p:grpSpPr>
          <a:xfrm>
            <a:off x="316436" y="-1052575"/>
            <a:ext cx="8677029" cy="6098323"/>
            <a:chOff x="316436" y="-1052575"/>
            <a:chExt cx="8677029" cy="6098323"/>
          </a:xfrm>
        </p:grpSpPr>
        <p:grpSp>
          <p:nvGrpSpPr>
            <p:cNvPr id="1253" name="Google Shape;1253;p28"/>
            <p:cNvGrpSpPr/>
            <p:nvPr/>
          </p:nvGrpSpPr>
          <p:grpSpPr>
            <a:xfrm rot="10800000">
              <a:off x="5237734" y="-1052575"/>
              <a:ext cx="3417803" cy="2444748"/>
              <a:chOff x="5222059" y="1707050"/>
              <a:chExt cx="3417803" cy="2444748"/>
            </a:xfrm>
          </p:grpSpPr>
          <p:grpSp>
            <p:nvGrpSpPr>
              <p:cNvPr id="1254" name="Google Shape;1254;p28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55" name="Google Shape;125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6" name="Google Shape;125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57" name="Google Shape;1257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58" name="Google Shape;1258;p28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259" name="Google Shape;1259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0" name="Google Shape;1260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61" name="Google Shape;1261;p28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262" name="Google Shape;126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3" name="Google Shape;1263;p28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4" name="Google Shape;1264;p28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65" name="Google Shape;1265;p28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266" name="Google Shape;1266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7" name="Google Shape;1267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68" name="Google Shape;1268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69" name="Google Shape;1269;p28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0" name="Google Shape;1270;p28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71" name="Google Shape;1271;p28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272" name="Google Shape;1272;p28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273" name="Google Shape;1273;p28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274" name="Google Shape;1274;p28"/>
                  <p:cNvCxnSpPr>
                    <a:stCxn id="1266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275" name="Google Shape;1275;p28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276" name="Google Shape;1276;p28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77" name="Google Shape;1277;p28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78" name="Google Shape;1278;p28"/>
                    <p:cNvCxnSpPr>
                      <a:stCxn id="1259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279" name="Google Shape;1279;p28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280" name="Google Shape;1280;p28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81" name="Google Shape;1281;p28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282" name="Google Shape;1282;p28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83" name="Google Shape;1283;p28"/>
            <p:cNvGrpSpPr/>
            <p:nvPr/>
          </p:nvGrpSpPr>
          <p:grpSpPr>
            <a:xfrm rot="10800000">
              <a:off x="316436" y="3465111"/>
              <a:ext cx="1271591" cy="1580637"/>
              <a:chOff x="426827" y="-723871"/>
              <a:chExt cx="1271591" cy="1580637"/>
            </a:xfrm>
          </p:grpSpPr>
          <p:grpSp>
            <p:nvGrpSpPr>
              <p:cNvPr id="1284" name="Google Shape;1284;p28"/>
              <p:cNvGrpSpPr/>
              <p:nvPr/>
            </p:nvGrpSpPr>
            <p:grpSpPr>
              <a:xfrm>
                <a:off x="43675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285" name="Google Shape;1285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6" name="Google Shape;1286;p28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87" name="Google Shape;1287;p28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1288" name="Google Shape;1288;p28"/>
              <p:cNvCxnSpPr>
                <a:stCxn id="1285" idx="1"/>
              </p:cNvCxnSpPr>
              <p:nvPr/>
            </p:nvCxnSpPr>
            <p:spPr>
              <a:xfrm>
                <a:off x="141281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89" name="Google Shape;1289;p28"/>
              <p:cNvSpPr/>
              <p:nvPr/>
            </p:nvSpPr>
            <p:spPr>
              <a:xfrm>
                <a:off x="42682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90" name="Google Shape;1290;p28"/>
            <p:cNvGrpSpPr/>
            <p:nvPr/>
          </p:nvGrpSpPr>
          <p:grpSpPr>
            <a:xfrm>
              <a:off x="7478488" y="3918741"/>
              <a:ext cx="1514976" cy="1058593"/>
              <a:chOff x="6487988" y="-321084"/>
              <a:chExt cx="1514976" cy="1058593"/>
            </a:xfrm>
          </p:grpSpPr>
          <p:grpSp>
            <p:nvGrpSpPr>
              <p:cNvPr id="1291" name="Google Shape;1291;p28"/>
              <p:cNvGrpSpPr/>
              <p:nvPr/>
            </p:nvGrpSpPr>
            <p:grpSpPr>
              <a:xfrm>
                <a:off x="6809206" y="-321084"/>
                <a:ext cx="873044" cy="756167"/>
                <a:chOff x="8022925" y="186250"/>
                <a:chExt cx="815700" cy="706500"/>
              </a:xfrm>
            </p:grpSpPr>
            <p:sp>
              <p:nvSpPr>
                <p:cNvPr id="1292" name="Google Shape;1292;p28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3" name="Google Shape;1293;p28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4" name="Google Shape;1294;p28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295" name="Google Shape;1295;p28"/>
              <p:cNvGrpSpPr/>
              <p:nvPr/>
            </p:nvGrpSpPr>
            <p:grpSpPr>
              <a:xfrm rot="10800000" flipH="1">
                <a:off x="6487988" y="89717"/>
                <a:ext cx="1514976" cy="647792"/>
                <a:chOff x="7297201" y="45061"/>
                <a:chExt cx="1514976" cy="647792"/>
              </a:xfrm>
            </p:grpSpPr>
            <p:sp>
              <p:nvSpPr>
                <p:cNvPr id="1296" name="Google Shape;1296;p28"/>
                <p:cNvSpPr/>
                <p:nvPr/>
              </p:nvSpPr>
              <p:spPr>
                <a:xfrm>
                  <a:off x="7297201" y="45061"/>
                  <a:ext cx="457200" cy="3960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7" name="Google Shape;1297;p28"/>
                <p:cNvSpPr/>
                <p:nvPr/>
              </p:nvSpPr>
              <p:spPr>
                <a:xfrm>
                  <a:off x="8047438" y="191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298" name="Google Shape;1298;p28"/>
                <p:cNvSpPr/>
                <p:nvPr/>
              </p:nvSpPr>
              <p:spPr>
                <a:xfrm>
                  <a:off x="8504977" y="426753"/>
                  <a:ext cx="307200" cy="2661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oogle Shape;1300;p29"/>
          <p:cNvGrpSpPr/>
          <p:nvPr/>
        </p:nvGrpSpPr>
        <p:grpSpPr>
          <a:xfrm>
            <a:off x="-743048" y="-759400"/>
            <a:ext cx="10096486" cy="6881698"/>
            <a:chOff x="-743048" y="-759400"/>
            <a:chExt cx="10096486" cy="6881698"/>
          </a:xfrm>
        </p:grpSpPr>
        <p:grpSp>
          <p:nvGrpSpPr>
            <p:cNvPr id="1301" name="Google Shape;1301;p29"/>
            <p:cNvGrpSpPr/>
            <p:nvPr/>
          </p:nvGrpSpPr>
          <p:grpSpPr>
            <a:xfrm>
              <a:off x="1002234" y="3677550"/>
              <a:ext cx="3417803" cy="2444748"/>
              <a:chOff x="5222059" y="1707050"/>
              <a:chExt cx="3417803" cy="2444748"/>
            </a:xfrm>
          </p:grpSpPr>
          <p:grpSp>
            <p:nvGrpSpPr>
              <p:cNvPr id="1302" name="Google Shape;1302;p29"/>
              <p:cNvGrpSpPr/>
              <p:nvPr/>
            </p:nvGrpSpPr>
            <p:grpSpPr>
              <a:xfrm>
                <a:off x="6230684" y="2436004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03" name="Google Shape;130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4" name="Google Shape;130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5" name="Google Shape;1305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6" name="Google Shape;1306;p29"/>
              <p:cNvGrpSpPr/>
              <p:nvPr/>
            </p:nvGrpSpPr>
            <p:grpSpPr>
              <a:xfrm>
                <a:off x="5222059" y="3089020"/>
                <a:ext cx="1008613" cy="873587"/>
                <a:chOff x="8022925" y="186250"/>
                <a:chExt cx="815700" cy="706500"/>
              </a:xfrm>
            </p:grpSpPr>
            <p:sp>
              <p:nvSpPr>
                <p:cNvPr id="1307" name="Google Shape;130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08" name="Google Shape;1308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09" name="Google Shape;1309;p29"/>
              <p:cNvGrpSpPr/>
              <p:nvPr/>
            </p:nvGrpSpPr>
            <p:grpSpPr>
              <a:xfrm>
                <a:off x="6286990" y="3642694"/>
                <a:ext cx="587793" cy="509104"/>
                <a:chOff x="8022925" y="186250"/>
                <a:chExt cx="815700" cy="706500"/>
              </a:xfrm>
            </p:grpSpPr>
            <p:sp>
              <p:nvSpPr>
                <p:cNvPr id="1310" name="Google Shape;131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1" name="Google Shape;131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2" name="Google Shape;1312;p29"/>
              <p:cNvSpPr/>
              <p:nvPr/>
            </p:nvSpPr>
            <p:spPr>
              <a:xfrm>
                <a:off x="6178600" y="29244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13" name="Google Shape;1313;p29"/>
              <p:cNvGrpSpPr/>
              <p:nvPr/>
            </p:nvGrpSpPr>
            <p:grpSpPr>
              <a:xfrm>
                <a:off x="7766819" y="2597416"/>
                <a:ext cx="873044" cy="756167"/>
                <a:chOff x="8022925" y="186250"/>
                <a:chExt cx="815700" cy="706500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5" name="Google Shape;1315;p29"/>
                <p:cNvSpPr/>
                <p:nvPr/>
              </p:nvSpPr>
              <p:spPr>
                <a:xfrm>
                  <a:off x="8133718" y="282237"/>
                  <a:ext cx="594300" cy="514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16" name="Google Shape;1316;p29"/>
                <p:cNvSpPr/>
                <p:nvPr/>
              </p:nvSpPr>
              <p:spPr>
                <a:xfrm>
                  <a:off x="8240438" y="374705"/>
                  <a:ext cx="380700" cy="329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17" name="Google Shape;1317;p29"/>
              <p:cNvSpPr/>
              <p:nvPr/>
            </p:nvSpPr>
            <p:spPr>
              <a:xfrm>
                <a:off x="7394176" y="3089024"/>
                <a:ext cx="457200" cy="396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8" name="Google Shape;1318;p29"/>
              <p:cNvSpPr/>
              <p:nvPr/>
            </p:nvSpPr>
            <p:spPr>
              <a:xfrm>
                <a:off x="7570513" y="2571750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9"/>
              <p:cNvSpPr/>
              <p:nvPr/>
            </p:nvSpPr>
            <p:spPr>
              <a:xfrm>
                <a:off x="7044827" y="3642703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grpSp>
            <p:nvGrpSpPr>
              <p:cNvPr id="1320" name="Google Shape;1320;p29"/>
              <p:cNvGrpSpPr/>
              <p:nvPr/>
            </p:nvGrpSpPr>
            <p:grpSpPr>
              <a:xfrm>
                <a:off x="6012275" y="1707050"/>
                <a:ext cx="1754544" cy="1381970"/>
                <a:chOff x="6012275" y="1707050"/>
                <a:chExt cx="1754544" cy="1381970"/>
              </a:xfrm>
            </p:grpSpPr>
            <p:grpSp>
              <p:nvGrpSpPr>
                <p:cNvPr id="1321" name="Google Shape;1321;p29"/>
                <p:cNvGrpSpPr/>
                <p:nvPr/>
              </p:nvGrpSpPr>
              <p:grpSpPr>
                <a:xfrm>
                  <a:off x="6012275" y="2285500"/>
                  <a:ext cx="1754544" cy="803520"/>
                  <a:chOff x="6012275" y="2285500"/>
                  <a:chExt cx="1754544" cy="803520"/>
                </a:xfrm>
              </p:grpSpPr>
              <p:cxnSp>
                <p:nvCxnSpPr>
                  <p:cNvPr id="1322" name="Google Shape;1322;p29"/>
                  <p:cNvCxnSpPr>
                    <a:stCxn id="1314" idx="3"/>
                  </p:cNvCxnSpPr>
                  <p:nvPr/>
                </p:nvCxnSpPr>
                <p:spPr>
                  <a:xfrm rot="10800000">
                    <a:off x="7612919" y="2975499"/>
                    <a:ext cx="153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grpSp>
                <p:nvGrpSpPr>
                  <p:cNvPr id="1323" name="Google Shape;1323;p29"/>
                  <p:cNvGrpSpPr/>
                  <p:nvPr/>
                </p:nvGrpSpPr>
                <p:grpSpPr>
                  <a:xfrm>
                    <a:off x="6012275" y="2285500"/>
                    <a:ext cx="1603950" cy="803520"/>
                    <a:chOff x="6012275" y="2285500"/>
                    <a:chExt cx="1603950" cy="803520"/>
                  </a:xfrm>
                </p:grpSpPr>
                <p:cxnSp>
                  <p:nvCxnSpPr>
                    <p:cNvPr id="1324" name="Google Shape;1324;p29"/>
                    <p:cNvCxnSpPr/>
                    <p:nvPr/>
                  </p:nvCxnSpPr>
                  <p:spPr>
                    <a:xfrm rot="10800000">
                      <a:off x="7262825" y="2285500"/>
                      <a:ext cx="353400" cy="6900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325" name="Google Shape;1325;p29"/>
                    <p:cNvCxnSpPr/>
                    <p:nvPr/>
                  </p:nvCxnSpPr>
                  <p:spPr>
                    <a:xfrm rot="10800000">
                      <a:off x="6405500" y="2289200"/>
                      <a:ext cx="8610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326" name="Google Shape;1326;p29"/>
                    <p:cNvCxnSpPr>
                      <a:stCxn id="1307" idx="5"/>
                    </p:cNvCxnSpPr>
                    <p:nvPr/>
                  </p:nvCxnSpPr>
                  <p:spPr>
                    <a:xfrm rot="10800000" flipH="1">
                      <a:off x="6012275" y="2285620"/>
                      <a:ext cx="395400" cy="8034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1327" name="Google Shape;1327;p29"/>
                  <p:cNvSpPr/>
                  <p:nvPr/>
                </p:nvSpPr>
                <p:spPr>
                  <a:xfrm>
                    <a:off x="7584350" y="2943050"/>
                    <a:ext cx="64800" cy="64800"/>
                  </a:xfrm>
                  <a:prstGeom prst="ellipse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28" name="Google Shape;1328;p29"/>
                <p:cNvCxnSpPr/>
                <p:nvPr/>
              </p:nvCxnSpPr>
              <p:spPr>
                <a:xfrm rot="10800000" flipH="1">
                  <a:off x="7261350" y="1744525"/>
                  <a:ext cx="315600" cy="54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29" name="Google Shape;1329;p29"/>
                <p:cNvSpPr/>
                <p:nvPr/>
              </p:nvSpPr>
              <p:spPr>
                <a:xfrm>
                  <a:off x="7545125" y="1707050"/>
                  <a:ext cx="73500" cy="73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30" name="Google Shape;1330;p29"/>
              <p:cNvSpPr/>
              <p:nvPr/>
            </p:nvSpPr>
            <p:spPr>
              <a:xfrm>
                <a:off x="5975025" y="3049300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1" name="Google Shape;1331;p29"/>
            <p:cNvGrpSpPr/>
            <p:nvPr/>
          </p:nvGrpSpPr>
          <p:grpSpPr>
            <a:xfrm>
              <a:off x="-743048" y="-759400"/>
              <a:ext cx="2975798" cy="2392650"/>
              <a:chOff x="4418377" y="-851325"/>
              <a:chExt cx="2975798" cy="2392650"/>
            </a:xfrm>
          </p:grpSpPr>
          <p:grpSp>
            <p:nvGrpSpPr>
              <p:cNvPr id="1332" name="Google Shape;1332;p29"/>
              <p:cNvGrpSpPr/>
              <p:nvPr/>
            </p:nvGrpSpPr>
            <p:grpSpPr>
              <a:xfrm>
                <a:off x="4428309" y="-723871"/>
                <a:ext cx="1245819" cy="1079037"/>
                <a:chOff x="8022925" y="186250"/>
                <a:chExt cx="815700" cy="706500"/>
              </a:xfrm>
            </p:grpSpPr>
            <p:sp>
              <p:nvSpPr>
                <p:cNvPr id="1333" name="Google Shape;133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4" name="Google Shape;1334;p29"/>
                <p:cNvSpPr/>
                <p:nvPr/>
              </p:nvSpPr>
              <p:spPr>
                <a:xfrm>
                  <a:off x="8066182" y="223764"/>
                  <a:ext cx="729300" cy="631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5" name="Google Shape;1335;p29"/>
                <p:cNvSpPr/>
                <p:nvPr/>
              </p:nvSpPr>
              <p:spPr>
                <a:xfrm>
                  <a:off x="8355664" y="474499"/>
                  <a:ext cx="150300" cy="1302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6" name="Google Shape;1336;p29"/>
              <p:cNvGrpSpPr/>
              <p:nvPr/>
            </p:nvGrpSpPr>
            <p:grpSpPr>
              <a:xfrm>
                <a:off x="6360273" y="-338456"/>
                <a:ext cx="917499" cy="794671"/>
                <a:chOff x="8022925" y="186250"/>
                <a:chExt cx="815700" cy="706500"/>
              </a:xfrm>
            </p:grpSpPr>
            <p:sp>
              <p:nvSpPr>
                <p:cNvPr id="1337" name="Google Shape;1337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solidFill>
                  <a:srgbClr val="AFE0D9">
                    <a:alpha val="59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38" name="Google Shape;1338;p29"/>
                <p:cNvSpPr/>
                <p:nvPr/>
              </p:nvSpPr>
              <p:spPr>
                <a:xfrm>
                  <a:off x="8169420" y="313166"/>
                  <a:ext cx="522900" cy="4527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39" name="Google Shape;1339;p29"/>
              <p:cNvGrpSpPr/>
              <p:nvPr/>
            </p:nvGrpSpPr>
            <p:grpSpPr>
              <a:xfrm>
                <a:off x="5548840" y="-8756"/>
                <a:ext cx="587793" cy="509104"/>
                <a:chOff x="8022925" y="186250"/>
                <a:chExt cx="815700" cy="706500"/>
              </a:xfrm>
            </p:grpSpPr>
            <p:sp>
              <p:nvSpPr>
                <p:cNvPr id="1340" name="Google Shape;1340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1" name="Google Shape;1341;p29"/>
                <p:cNvSpPr/>
                <p:nvPr/>
              </p:nvSpPr>
              <p:spPr>
                <a:xfrm>
                  <a:off x="8114217" y="265360"/>
                  <a:ext cx="633300" cy="5484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42" name="Google Shape;1342;p29"/>
              <p:cNvGrpSpPr/>
              <p:nvPr/>
            </p:nvGrpSpPr>
            <p:grpSpPr>
              <a:xfrm>
                <a:off x="6089765" y="600244"/>
                <a:ext cx="587793" cy="509104"/>
                <a:chOff x="8022925" y="186250"/>
                <a:chExt cx="815700" cy="706500"/>
              </a:xfrm>
            </p:grpSpPr>
            <p:sp>
              <p:nvSpPr>
                <p:cNvPr id="1343" name="Google Shape;1343;p29"/>
                <p:cNvSpPr/>
                <p:nvPr/>
              </p:nvSpPr>
              <p:spPr>
                <a:xfrm>
                  <a:off x="8022925" y="186250"/>
                  <a:ext cx="815700" cy="7065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344" name="Google Shape;1344;p29"/>
                <p:cNvSpPr/>
                <p:nvPr/>
              </p:nvSpPr>
              <p:spPr>
                <a:xfrm>
                  <a:off x="8213302" y="351156"/>
                  <a:ext cx="435000" cy="376800"/>
                </a:xfrm>
                <a:prstGeom prst="hexagon">
                  <a:avLst>
                    <a:gd name="adj" fmla="val 25000"/>
                    <a:gd name="vf" fmla="val 115470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45" name="Google Shape;1345;p29"/>
              <p:cNvSpPr/>
              <p:nvPr/>
            </p:nvSpPr>
            <p:spPr>
              <a:xfrm>
                <a:off x="6499238" y="552125"/>
                <a:ext cx="102300" cy="102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6" name="Google Shape;1346;p29"/>
              <p:cNvSpPr/>
              <p:nvPr/>
            </p:nvSpPr>
            <p:spPr>
              <a:xfrm>
                <a:off x="6053077" y="-723872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7" name="Google Shape;1347;p29"/>
              <p:cNvCxnSpPr>
                <a:stCxn id="1333" idx="1"/>
              </p:cNvCxnSpPr>
              <p:nvPr/>
            </p:nvCxnSpPr>
            <p:spPr>
              <a:xfrm>
                <a:off x="5404368" y="355166"/>
                <a:ext cx="285600" cy="50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9"/>
              <p:cNvCxnSpPr>
                <a:stCxn id="1343" idx="3"/>
              </p:cNvCxnSpPr>
              <p:nvPr/>
            </p:nvCxnSpPr>
            <p:spPr>
              <a:xfrm rot="10800000">
                <a:off x="5686565" y="854796"/>
                <a:ext cx="403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9"/>
              <p:cNvCxnSpPr>
                <a:stCxn id="1340" idx="0"/>
              </p:cNvCxnSpPr>
              <p:nvPr/>
            </p:nvCxnSpPr>
            <p:spPr>
              <a:xfrm>
                <a:off x="6136634" y="245796"/>
                <a:ext cx="154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9"/>
              <p:cNvCxnSpPr>
                <a:stCxn id="1337" idx="3"/>
              </p:cNvCxnSpPr>
              <p:nvPr/>
            </p:nvCxnSpPr>
            <p:spPr>
              <a:xfrm flipH="1">
                <a:off x="6287073" y="58880"/>
                <a:ext cx="73200" cy="18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9"/>
              <p:cNvCxnSpPr>
                <a:stCxn id="1343" idx="1"/>
              </p:cNvCxnSpPr>
              <p:nvPr/>
            </p:nvCxnSpPr>
            <p:spPr>
              <a:xfrm>
                <a:off x="6550283" y="1109348"/>
                <a:ext cx="226200" cy="39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52" name="Google Shape;1352;p29"/>
              <p:cNvSpPr/>
              <p:nvPr/>
            </p:nvSpPr>
            <p:spPr>
              <a:xfrm>
                <a:off x="6736425" y="14627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53" name="Google Shape;1353;p29"/>
              <p:cNvCxnSpPr>
                <a:stCxn id="1337" idx="5"/>
              </p:cNvCxnSpPr>
              <p:nvPr/>
            </p:nvCxnSpPr>
            <p:spPr>
              <a:xfrm rot="10800000" flipH="1">
                <a:off x="7079105" y="-816055"/>
                <a:ext cx="275700" cy="47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54" name="Google Shape;1354;p29"/>
              <p:cNvSpPr/>
              <p:nvPr/>
            </p:nvSpPr>
            <p:spPr>
              <a:xfrm>
                <a:off x="7315575" y="-851325"/>
                <a:ext cx="78600" cy="78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55" name="Google Shape;1355;p29"/>
              <p:cNvSpPr/>
              <p:nvPr/>
            </p:nvSpPr>
            <p:spPr>
              <a:xfrm>
                <a:off x="4418377" y="472928"/>
                <a:ext cx="307200" cy="266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AFE0D9">
                  <a:alpha val="59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56" name="Google Shape;1356;p29"/>
            <p:cNvGrpSpPr/>
            <p:nvPr/>
          </p:nvGrpSpPr>
          <p:grpSpPr>
            <a:xfrm>
              <a:off x="7508103" y="-733512"/>
              <a:ext cx="1845335" cy="2340875"/>
              <a:chOff x="7508103" y="-180450"/>
              <a:chExt cx="1845335" cy="2340875"/>
            </a:xfrm>
          </p:grpSpPr>
          <p:grpSp>
            <p:nvGrpSpPr>
              <p:cNvPr id="1357" name="Google Shape;1357;p29"/>
              <p:cNvGrpSpPr/>
              <p:nvPr/>
            </p:nvGrpSpPr>
            <p:grpSpPr>
              <a:xfrm>
                <a:off x="8109628" y="-180450"/>
                <a:ext cx="1128460" cy="989200"/>
                <a:chOff x="2136440" y="1592025"/>
                <a:chExt cx="1128460" cy="989200"/>
              </a:xfrm>
            </p:grpSpPr>
            <p:grpSp>
              <p:nvGrpSpPr>
                <p:cNvPr id="1358" name="Google Shape;1358;p29"/>
                <p:cNvGrpSpPr/>
                <p:nvPr/>
              </p:nvGrpSpPr>
              <p:grpSpPr>
                <a:xfrm rot="10800000">
                  <a:off x="2273907" y="2024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59" name="Google Shape;1359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0" name="Google Shape;1360;p29"/>
                  <p:cNvSpPr/>
                  <p:nvPr/>
                </p:nvSpPr>
                <p:spPr>
                  <a:xfrm>
                    <a:off x="8213302" y="351156"/>
                    <a:ext cx="435000" cy="3768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sp>
              <p:nvSpPr>
                <p:cNvPr id="1361" name="Google Shape;1361;p29"/>
                <p:cNvSpPr/>
                <p:nvPr/>
              </p:nvSpPr>
              <p:spPr>
                <a:xfrm rot="10800000">
                  <a:off x="2349928" y="2478925"/>
                  <a:ext cx="102300" cy="1023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cxnSp>
              <p:nvCxnSpPr>
                <p:cNvPr id="1362" name="Google Shape;1362;p29"/>
                <p:cNvCxnSpPr>
                  <a:stCxn id="1359" idx="3"/>
                </p:cNvCxnSpPr>
                <p:nvPr/>
              </p:nvCxnSpPr>
              <p:spPr>
                <a:xfrm>
                  <a:off x="2861700" y="2278554"/>
                  <a:ext cx="40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29"/>
                <p:cNvCxnSpPr>
                  <a:stCxn id="1359" idx="1"/>
                </p:cNvCxnSpPr>
                <p:nvPr/>
              </p:nvCxnSpPr>
              <p:spPr>
                <a:xfrm rot="10800000">
                  <a:off x="2174983" y="1632202"/>
                  <a:ext cx="226200" cy="39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64" name="Google Shape;1364;p29"/>
                <p:cNvSpPr/>
                <p:nvPr/>
              </p:nvSpPr>
              <p:spPr>
                <a:xfrm rot="10800000">
                  <a:off x="2136440" y="159202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1365" name="Google Shape;1365;p29"/>
              <p:cNvGrpSpPr/>
              <p:nvPr/>
            </p:nvGrpSpPr>
            <p:grpSpPr>
              <a:xfrm>
                <a:off x="7508103" y="808752"/>
                <a:ext cx="1845335" cy="1351673"/>
                <a:chOff x="1557290" y="2633002"/>
                <a:chExt cx="1845335" cy="1351673"/>
              </a:xfrm>
            </p:grpSpPr>
            <p:grpSp>
              <p:nvGrpSpPr>
                <p:cNvPr id="1366" name="Google Shape;1366;p29"/>
                <p:cNvGrpSpPr/>
                <p:nvPr/>
              </p:nvGrpSpPr>
              <p:grpSpPr>
                <a:xfrm rot="10800000">
                  <a:off x="1673693" y="2677134"/>
                  <a:ext cx="917499" cy="794671"/>
                  <a:chOff x="8022925" y="186250"/>
                  <a:chExt cx="815700" cy="706500"/>
                </a:xfrm>
              </p:grpSpPr>
              <p:sp>
                <p:nvSpPr>
                  <p:cNvPr id="1367" name="Google Shape;1367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AFE0D9">
                      <a:alpha val="5949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8169420" y="313166"/>
                    <a:ext cx="522900" cy="4527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grpSp>
              <p:nvGrpSpPr>
                <p:cNvPr id="1369" name="Google Shape;1369;p29"/>
                <p:cNvGrpSpPr/>
                <p:nvPr/>
              </p:nvGrpSpPr>
              <p:grpSpPr>
                <a:xfrm rot="10800000">
                  <a:off x="2814832" y="2633002"/>
                  <a:ext cx="587793" cy="509104"/>
                  <a:chOff x="8022925" y="186250"/>
                  <a:chExt cx="815700" cy="706500"/>
                </a:xfrm>
              </p:grpSpPr>
              <p:sp>
                <p:nvSpPr>
                  <p:cNvPr id="1370" name="Google Shape;1370;p29"/>
                  <p:cNvSpPr/>
                  <p:nvPr/>
                </p:nvSpPr>
                <p:spPr>
                  <a:xfrm>
                    <a:off x="8022925" y="186250"/>
                    <a:ext cx="815700" cy="7065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  <p:sp>
                <p:nvSpPr>
                  <p:cNvPr id="1371" name="Google Shape;1371;p29"/>
                  <p:cNvSpPr/>
                  <p:nvPr/>
                </p:nvSpPr>
                <p:spPr>
                  <a:xfrm>
                    <a:off x="8114217" y="265360"/>
                    <a:ext cx="633300" cy="548400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Lato"/>
                      <a:ea typeface="Lato"/>
                      <a:cs typeface="Lato"/>
                      <a:sym typeface="Lato"/>
                    </a:endParaRPr>
                  </a:p>
                </p:txBody>
              </p:sp>
            </p:grpSp>
            <p:cxnSp>
              <p:nvCxnSpPr>
                <p:cNvPr id="1372" name="Google Shape;1372;p29"/>
                <p:cNvCxnSpPr>
                  <a:stCxn id="1370" idx="0"/>
                </p:cNvCxnSpPr>
                <p:nvPr/>
              </p:nvCxnSpPr>
              <p:spPr>
                <a:xfrm rot="10800000">
                  <a:off x="2660332" y="2887554"/>
                  <a:ext cx="15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3" name="Google Shape;1373;p29"/>
                <p:cNvCxnSpPr>
                  <a:stCxn id="1367" idx="3"/>
                </p:cNvCxnSpPr>
                <p:nvPr/>
              </p:nvCxnSpPr>
              <p:spPr>
                <a:xfrm rot="10800000" flipH="1">
                  <a:off x="2591192" y="2886970"/>
                  <a:ext cx="73200" cy="18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4" name="Google Shape;1374;p29"/>
                <p:cNvCxnSpPr>
                  <a:stCxn id="1367" idx="5"/>
                </p:cNvCxnSpPr>
                <p:nvPr/>
              </p:nvCxnSpPr>
              <p:spPr>
                <a:xfrm flipH="1">
                  <a:off x="1596661" y="3471805"/>
                  <a:ext cx="275700" cy="47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75" name="Google Shape;1375;p29"/>
                <p:cNvSpPr/>
                <p:nvPr/>
              </p:nvSpPr>
              <p:spPr>
                <a:xfrm rot="10800000">
                  <a:off x="1557290" y="3906075"/>
                  <a:ext cx="78600" cy="78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6" r:id="rId8"/>
    <p:sldLayoutId id="2147483669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3"/>
          <p:cNvSpPr txBox="1">
            <a:spLocks noGrp="1"/>
          </p:cNvSpPr>
          <p:nvPr>
            <p:ph type="ctrTitle"/>
          </p:nvPr>
        </p:nvSpPr>
        <p:spPr>
          <a:xfrm>
            <a:off x="226979" y="803775"/>
            <a:ext cx="4623539" cy="19264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Analytics Python Project</a:t>
            </a:r>
            <a:endParaRPr sz="5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7" name="Google Shape;1387;p33"/>
          <p:cNvSpPr txBox="1">
            <a:spLocks noGrp="1"/>
          </p:cNvSpPr>
          <p:nvPr>
            <p:ph type="subTitle" idx="1"/>
          </p:nvPr>
        </p:nvSpPr>
        <p:spPr>
          <a:xfrm>
            <a:off x="350400" y="2730230"/>
            <a:ext cx="4221600" cy="1329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2025, University of West Georgia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Enita Omuvwie</a:t>
            </a:r>
          </a:p>
        </p:txBody>
      </p:sp>
      <p:pic>
        <p:nvPicPr>
          <p:cNvPr id="1388" name="Google Shape;1388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317" r="15697" b="3372"/>
          <a:stretch/>
        </p:blipFill>
        <p:spPr>
          <a:xfrm>
            <a:off x="4934775" y="803775"/>
            <a:ext cx="3470326" cy="3390301"/>
          </a:xfrm>
          <a:prstGeom prst="rect">
            <a:avLst/>
          </a:prstGeom>
        </p:spPr>
      </p:pic>
      <p:cxnSp>
        <p:nvCxnSpPr>
          <p:cNvPr id="1389" name="Google Shape;1389;p33"/>
          <p:cNvCxnSpPr>
            <a:stCxn id="1390" idx="5"/>
          </p:cNvCxnSpPr>
          <p:nvPr/>
        </p:nvCxnSpPr>
        <p:spPr>
          <a:xfrm flipH="1">
            <a:off x="-582564" y="5331355"/>
            <a:ext cx="275700" cy="47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5"/>
          <p:cNvSpPr txBox="1">
            <a:spLocks noGrp="1"/>
          </p:cNvSpPr>
          <p:nvPr>
            <p:ph type="title"/>
          </p:nvPr>
        </p:nvSpPr>
        <p:spPr>
          <a:xfrm>
            <a:off x="201191" y="1710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9" name="Google Shape;1409;p35"/>
          <p:cNvSpPr txBox="1">
            <a:spLocks noGrp="1"/>
          </p:cNvSpPr>
          <p:nvPr>
            <p:ph type="title" idx="5"/>
          </p:nvPr>
        </p:nvSpPr>
        <p:spPr>
          <a:xfrm>
            <a:off x="1415375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0" name="Google Shape;1410;p35"/>
          <p:cNvSpPr txBox="1">
            <a:spLocks noGrp="1"/>
          </p:cNvSpPr>
          <p:nvPr>
            <p:ph type="title" idx="6"/>
          </p:nvPr>
        </p:nvSpPr>
        <p:spPr>
          <a:xfrm>
            <a:off x="4121400" y="30384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1" name="Google Shape;1411;p35"/>
          <p:cNvSpPr txBox="1">
            <a:spLocks noGrp="1"/>
          </p:cNvSpPr>
          <p:nvPr>
            <p:ph type="title" idx="7"/>
          </p:nvPr>
        </p:nvSpPr>
        <p:spPr>
          <a:xfrm>
            <a:off x="1415375" y="3038450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2" name="Google Shape;1412;p35"/>
          <p:cNvSpPr txBox="1">
            <a:spLocks noGrp="1"/>
          </p:cNvSpPr>
          <p:nvPr>
            <p:ph type="title" idx="8"/>
          </p:nvPr>
        </p:nvSpPr>
        <p:spPr>
          <a:xfrm>
            <a:off x="4121400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6" name="Google Shape;1416;p35"/>
          <p:cNvSpPr txBox="1">
            <a:spLocks noGrp="1"/>
          </p:cNvSpPr>
          <p:nvPr>
            <p:ph type="title" idx="15"/>
          </p:nvPr>
        </p:nvSpPr>
        <p:spPr>
          <a:xfrm>
            <a:off x="6827425" y="1353088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7" name="Google Shape;1417;p35"/>
          <p:cNvSpPr txBox="1">
            <a:spLocks noGrp="1"/>
          </p:cNvSpPr>
          <p:nvPr>
            <p:ph type="subTitle" idx="16"/>
          </p:nvPr>
        </p:nvSpPr>
        <p:spPr>
          <a:xfrm>
            <a:off x="71322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418" name="Google Shape;1418;p35"/>
          <p:cNvSpPr txBox="1">
            <a:spLocks noGrp="1"/>
          </p:cNvSpPr>
          <p:nvPr>
            <p:ph type="subTitle" idx="17"/>
          </p:nvPr>
        </p:nvSpPr>
        <p:spPr>
          <a:xfrm>
            <a:off x="720000" y="3615098"/>
            <a:ext cx="2581209" cy="784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&amp; Output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9" name="Google Shape;1419;p35"/>
          <p:cNvSpPr txBox="1">
            <a:spLocks noGrp="1"/>
          </p:cNvSpPr>
          <p:nvPr>
            <p:ph type="subTitle" idx="18"/>
          </p:nvPr>
        </p:nvSpPr>
        <p:spPr>
          <a:xfrm>
            <a:off x="3419250" y="362224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0" name="Google Shape;1420;p35"/>
          <p:cNvSpPr txBox="1">
            <a:spLocks noGrp="1"/>
          </p:cNvSpPr>
          <p:nvPr>
            <p:ph type="subTitle" idx="19"/>
          </p:nvPr>
        </p:nvSpPr>
        <p:spPr>
          <a:xfrm>
            <a:off x="3419250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1422" name="Google Shape;1422;p35"/>
          <p:cNvSpPr txBox="1">
            <a:spLocks noGrp="1"/>
          </p:cNvSpPr>
          <p:nvPr>
            <p:ph type="subTitle" idx="21"/>
          </p:nvPr>
        </p:nvSpPr>
        <p:spPr>
          <a:xfrm>
            <a:off x="6125275" y="193703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1D9DCEF2-6694-9C55-08E6-584C5C4E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27" y="91675"/>
            <a:ext cx="7606878" cy="572700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4EDB4BA-5DB2-3A50-6EFD-678042608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195" y="664375"/>
            <a:ext cx="7606878" cy="3461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Python DataFrame for further analysis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 the SQL Marketing Data csv file into Python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basic statistical summaries for variables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essential statistics and create What-if-Scenarios for analytical insights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3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5FD8-0CF8-382C-FC10-EE8A24A3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41" y="192776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6A418-CBED-E805-8D56-C75F24392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516" y="1060694"/>
            <a:ext cx="7923826" cy="8751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integrates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marketing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behavior, product performance and sales trends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6C502F5-F3F0-1807-8337-2E84AB078B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81001" y="2176700"/>
            <a:ext cx="7136400" cy="174576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Cust_Gender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used for customer segmentation and targeting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Prdct_Category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Prdct_Amt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help identify top selling products and revenue drivers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Trnsct_ID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Trnsct_Date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Prch_Quantity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help discover sales trends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EB0143-02F3-24D6-2EB0-075B26A5152D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26816" y="4202374"/>
            <a:ext cx="7136400" cy="5277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Python-based marketing analysis for decision making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126875-4D47-8E9D-E2AB-97B4E7C9B29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5492" y="787197"/>
            <a:ext cx="7136400" cy="4275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A44592C-F83C-8863-E529-5E0443AD811A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56660" y="1862073"/>
            <a:ext cx="7136400" cy="4275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Tables in Dataset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D6E0FFA-A56E-361D-36BD-0E328BBDEAEA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12516" y="3949545"/>
            <a:ext cx="7136400" cy="4275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02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4"/>
          <p:cNvSpPr txBox="1">
            <a:spLocks noGrp="1"/>
          </p:cNvSpPr>
          <p:nvPr>
            <p:ph type="title"/>
          </p:nvPr>
        </p:nvSpPr>
        <p:spPr>
          <a:xfrm>
            <a:off x="590699" y="28061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9" name="Google Shape;1549;p44"/>
          <p:cNvSpPr txBox="1"/>
          <p:nvPr/>
        </p:nvSpPr>
        <p:spPr>
          <a:xfrm>
            <a:off x="1210791" y="1484351"/>
            <a:ext cx="1777855" cy="41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Data Ingestion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1550" name="Google Shape;1550;p44"/>
          <p:cNvSpPr txBox="1"/>
          <p:nvPr/>
        </p:nvSpPr>
        <p:spPr>
          <a:xfrm>
            <a:off x="1249535" y="1781861"/>
            <a:ext cx="1981695" cy="131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Load the SQL marketing data csv into Python using pandas library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Create column names and assign that when reading in the dataset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grpSp>
        <p:nvGrpSpPr>
          <p:cNvPr id="1552" name="Google Shape;1552;p44"/>
          <p:cNvGrpSpPr/>
          <p:nvPr/>
        </p:nvGrpSpPr>
        <p:grpSpPr>
          <a:xfrm>
            <a:off x="3478081" y="3208053"/>
            <a:ext cx="1188970" cy="182682"/>
            <a:chOff x="621575" y="2498644"/>
            <a:chExt cx="1272306" cy="195486"/>
          </a:xfrm>
        </p:grpSpPr>
        <p:sp>
          <p:nvSpPr>
            <p:cNvPr id="1553" name="Google Shape;1553;p44"/>
            <p:cNvSpPr/>
            <p:nvPr/>
          </p:nvSpPr>
          <p:spPr>
            <a:xfrm>
              <a:off x="1257614" y="2498644"/>
              <a:ext cx="213" cy="195486"/>
            </a:xfrm>
            <a:custGeom>
              <a:avLst/>
              <a:gdLst/>
              <a:ahLst/>
              <a:cxnLst/>
              <a:rect l="l" t="t" r="r" b="b"/>
              <a:pathLst>
                <a:path w="1" h="916" fill="none" extrusionOk="0">
                  <a:moveTo>
                    <a:pt x="1" y="1"/>
                  </a:moveTo>
                  <a:lnTo>
                    <a:pt x="1" y="916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621575" y="2498644"/>
              <a:ext cx="1272306" cy="213"/>
            </a:xfrm>
            <a:custGeom>
              <a:avLst/>
              <a:gdLst/>
              <a:ahLst/>
              <a:cxnLst/>
              <a:rect l="l" t="t" r="r" b="b"/>
              <a:pathLst>
                <a:path w="5962" h="1" fill="none" extrusionOk="0">
                  <a:moveTo>
                    <a:pt x="0" y="1"/>
                  </a:moveTo>
                  <a:lnTo>
                    <a:pt x="596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55" name="Google Shape;1555;p44"/>
          <p:cNvSpPr txBox="1"/>
          <p:nvPr/>
        </p:nvSpPr>
        <p:spPr>
          <a:xfrm>
            <a:off x="3574753" y="1400969"/>
            <a:ext cx="1423200" cy="661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Data Exploration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1556" name="Google Shape;1556;p44"/>
          <p:cNvSpPr txBox="1"/>
          <p:nvPr/>
        </p:nvSpPr>
        <p:spPr>
          <a:xfrm>
            <a:off x="3304126" y="2052521"/>
            <a:ext cx="1892057" cy="88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Checked for missing, duplicates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Get summary statistics</a:t>
            </a:r>
          </a:p>
          <a:p>
            <a:pPr marL="171450" lvl="0" indent="-171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grpSp>
        <p:nvGrpSpPr>
          <p:cNvPr id="1557" name="Google Shape;1557;p44"/>
          <p:cNvGrpSpPr/>
          <p:nvPr/>
        </p:nvGrpSpPr>
        <p:grpSpPr>
          <a:xfrm>
            <a:off x="5271866" y="3190670"/>
            <a:ext cx="1188970" cy="182682"/>
            <a:chOff x="621575" y="2498644"/>
            <a:chExt cx="1272306" cy="195486"/>
          </a:xfrm>
        </p:grpSpPr>
        <p:sp>
          <p:nvSpPr>
            <p:cNvPr id="1558" name="Google Shape;1558;p44"/>
            <p:cNvSpPr/>
            <p:nvPr/>
          </p:nvSpPr>
          <p:spPr>
            <a:xfrm>
              <a:off x="1257614" y="2498644"/>
              <a:ext cx="213" cy="195486"/>
            </a:xfrm>
            <a:custGeom>
              <a:avLst/>
              <a:gdLst/>
              <a:ahLst/>
              <a:cxnLst/>
              <a:rect l="l" t="t" r="r" b="b"/>
              <a:pathLst>
                <a:path w="1" h="916" fill="none" extrusionOk="0">
                  <a:moveTo>
                    <a:pt x="1" y="1"/>
                  </a:moveTo>
                  <a:lnTo>
                    <a:pt x="1" y="916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9" name="Google Shape;1559;p44"/>
            <p:cNvSpPr/>
            <p:nvPr/>
          </p:nvSpPr>
          <p:spPr>
            <a:xfrm>
              <a:off x="621575" y="2498644"/>
              <a:ext cx="1272306" cy="213"/>
            </a:xfrm>
            <a:custGeom>
              <a:avLst/>
              <a:gdLst/>
              <a:ahLst/>
              <a:cxnLst/>
              <a:rect l="l" t="t" r="r" b="b"/>
              <a:pathLst>
                <a:path w="5962" h="1" fill="none" extrusionOk="0">
                  <a:moveTo>
                    <a:pt x="0" y="1"/>
                  </a:moveTo>
                  <a:lnTo>
                    <a:pt x="596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60" name="Google Shape;1560;p44"/>
          <p:cNvSpPr txBox="1"/>
          <p:nvPr/>
        </p:nvSpPr>
        <p:spPr>
          <a:xfrm>
            <a:off x="5294064" y="1420751"/>
            <a:ext cx="1752045" cy="64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Statistical Analysis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1561" name="Google Shape;1561;p44"/>
          <p:cNvSpPr txBox="1"/>
          <p:nvPr/>
        </p:nvSpPr>
        <p:spPr>
          <a:xfrm>
            <a:off x="5299289" y="2016651"/>
            <a:ext cx="1773419" cy="113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Compute statistics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Create new variables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Analyze purchase behavior, revenue, and product performance</a:t>
            </a:r>
          </a:p>
        </p:txBody>
      </p:sp>
      <p:grpSp>
        <p:nvGrpSpPr>
          <p:cNvPr id="1562" name="Google Shape;1562;p44"/>
          <p:cNvGrpSpPr/>
          <p:nvPr/>
        </p:nvGrpSpPr>
        <p:grpSpPr>
          <a:xfrm>
            <a:off x="7105729" y="3188145"/>
            <a:ext cx="1188970" cy="182682"/>
            <a:chOff x="621575" y="2498644"/>
            <a:chExt cx="1272306" cy="195486"/>
          </a:xfrm>
        </p:grpSpPr>
        <p:sp>
          <p:nvSpPr>
            <p:cNvPr id="1563" name="Google Shape;1563;p44"/>
            <p:cNvSpPr/>
            <p:nvPr/>
          </p:nvSpPr>
          <p:spPr>
            <a:xfrm>
              <a:off x="1257614" y="2498644"/>
              <a:ext cx="213" cy="195486"/>
            </a:xfrm>
            <a:custGeom>
              <a:avLst/>
              <a:gdLst/>
              <a:ahLst/>
              <a:cxnLst/>
              <a:rect l="l" t="t" r="r" b="b"/>
              <a:pathLst>
                <a:path w="1" h="916" fill="none" extrusionOk="0">
                  <a:moveTo>
                    <a:pt x="1" y="1"/>
                  </a:moveTo>
                  <a:lnTo>
                    <a:pt x="1" y="916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621575" y="2498644"/>
              <a:ext cx="1272306" cy="213"/>
            </a:xfrm>
            <a:custGeom>
              <a:avLst/>
              <a:gdLst/>
              <a:ahLst/>
              <a:cxnLst/>
              <a:rect l="l" t="t" r="r" b="b"/>
              <a:pathLst>
                <a:path w="5962" h="1" fill="none" extrusionOk="0">
                  <a:moveTo>
                    <a:pt x="0" y="1"/>
                  </a:moveTo>
                  <a:lnTo>
                    <a:pt x="596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65" name="Google Shape;1565;p44"/>
          <p:cNvSpPr txBox="1"/>
          <p:nvPr/>
        </p:nvSpPr>
        <p:spPr>
          <a:xfrm>
            <a:off x="7022142" y="1485419"/>
            <a:ext cx="1773419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Scenario Analysis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1566" name="Google Shape;1566;p44"/>
          <p:cNvSpPr txBox="1"/>
          <p:nvPr/>
        </p:nvSpPr>
        <p:spPr>
          <a:xfrm>
            <a:off x="6990358" y="1844113"/>
            <a:ext cx="1867989" cy="119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Created new metrics for customer segmentation and trends</a:t>
            </a:r>
          </a:p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ea typeface="Catamaran"/>
                <a:cs typeface="Times New Roman" panose="02020603050405020304" pitchFamily="18" charset="0"/>
                <a:sym typeface="Catamaran"/>
              </a:rPr>
              <a:t>Created visuals for new metrics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tamaran"/>
              <a:cs typeface="Times New Roman" panose="02020603050405020304" pitchFamily="18" charset="0"/>
              <a:sym typeface="Catamaran"/>
            </a:endParaRPr>
          </a:p>
        </p:txBody>
      </p:sp>
      <p:sp>
        <p:nvSpPr>
          <p:cNvPr id="1569" name="Google Shape;1569;p44"/>
          <p:cNvSpPr txBox="1">
            <a:spLocks noGrp="1"/>
          </p:cNvSpPr>
          <p:nvPr>
            <p:ph type="title" idx="4294967295"/>
          </p:nvPr>
        </p:nvSpPr>
        <p:spPr>
          <a:xfrm>
            <a:off x="3848174" y="880377"/>
            <a:ext cx="9012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0" name="Google Shape;1570;p44"/>
          <p:cNvSpPr txBox="1">
            <a:spLocks noGrp="1"/>
          </p:cNvSpPr>
          <p:nvPr>
            <p:ph type="title" idx="4294967295"/>
          </p:nvPr>
        </p:nvSpPr>
        <p:spPr>
          <a:xfrm>
            <a:off x="5697492" y="874416"/>
            <a:ext cx="9012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1" name="Google Shape;1571;p44"/>
          <p:cNvSpPr txBox="1">
            <a:spLocks noGrp="1"/>
          </p:cNvSpPr>
          <p:nvPr>
            <p:ph type="title" idx="4294967295"/>
          </p:nvPr>
        </p:nvSpPr>
        <p:spPr>
          <a:xfrm>
            <a:off x="7446025" y="917450"/>
            <a:ext cx="9012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4" name="Google Shape;1544;p44"/>
          <p:cNvCxnSpPr>
            <a:stCxn id="1545" idx="0"/>
            <a:endCxn id="1546" idx="3"/>
          </p:cNvCxnSpPr>
          <p:nvPr/>
        </p:nvCxnSpPr>
        <p:spPr>
          <a:xfrm>
            <a:off x="4379923" y="3627719"/>
            <a:ext cx="121447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547" name="Google Shape;1547;p44"/>
          <p:cNvCxnSpPr>
            <a:stCxn id="1546" idx="0"/>
            <a:endCxn id="1548" idx="3"/>
          </p:cNvCxnSpPr>
          <p:nvPr/>
        </p:nvCxnSpPr>
        <p:spPr>
          <a:xfrm>
            <a:off x="6195088" y="3627719"/>
            <a:ext cx="120486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545" name="Google Shape;1545;p44"/>
          <p:cNvSpPr/>
          <p:nvPr/>
        </p:nvSpPr>
        <p:spPr>
          <a:xfrm>
            <a:off x="3779195" y="3375869"/>
            <a:ext cx="600728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1546" name="Google Shape;1546;p44"/>
          <p:cNvSpPr/>
          <p:nvPr/>
        </p:nvSpPr>
        <p:spPr>
          <a:xfrm>
            <a:off x="5594360" y="3375869"/>
            <a:ext cx="600728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1548" name="Google Shape;1548;p44"/>
          <p:cNvSpPr/>
          <p:nvPr/>
        </p:nvSpPr>
        <p:spPr>
          <a:xfrm>
            <a:off x="7399865" y="3375869"/>
            <a:ext cx="600728" cy="5037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1572" name="Google Shape;1572;p44"/>
          <p:cNvSpPr/>
          <p:nvPr/>
        </p:nvSpPr>
        <p:spPr>
          <a:xfrm>
            <a:off x="3963349" y="3453149"/>
            <a:ext cx="232406" cy="349131"/>
          </a:xfrm>
          <a:custGeom>
            <a:avLst/>
            <a:gdLst/>
            <a:ahLst/>
            <a:cxnLst/>
            <a:rect l="l" t="t" r="r" b="b"/>
            <a:pathLst>
              <a:path w="7061" h="10960" extrusionOk="0">
                <a:moveTo>
                  <a:pt x="3906" y="5316"/>
                </a:moveTo>
                <a:cubicBezTo>
                  <a:pt x="4072" y="5316"/>
                  <a:pt x="4191" y="5447"/>
                  <a:pt x="4191" y="5602"/>
                </a:cubicBezTo>
                <a:cubicBezTo>
                  <a:pt x="4191" y="5757"/>
                  <a:pt x="4060" y="5876"/>
                  <a:pt x="3906" y="5876"/>
                </a:cubicBezTo>
                <a:lnTo>
                  <a:pt x="3370" y="5876"/>
                </a:lnTo>
                <a:cubicBezTo>
                  <a:pt x="3215" y="5876"/>
                  <a:pt x="3096" y="5745"/>
                  <a:pt x="3096" y="5602"/>
                </a:cubicBezTo>
                <a:cubicBezTo>
                  <a:pt x="3096" y="5435"/>
                  <a:pt x="3227" y="5316"/>
                  <a:pt x="3370" y="5316"/>
                </a:cubicBezTo>
                <a:close/>
                <a:moveTo>
                  <a:pt x="5370" y="8459"/>
                </a:moveTo>
                <a:cubicBezTo>
                  <a:pt x="5430" y="8471"/>
                  <a:pt x="5489" y="8519"/>
                  <a:pt x="5489" y="8578"/>
                </a:cubicBezTo>
                <a:lnTo>
                  <a:pt x="5489" y="9317"/>
                </a:lnTo>
                <a:cubicBezTo>
                  <a:pt x="5489" y="9376"/>
                  <a:pt x="5430" y="9436"/>
                  <a:pt x="5370" y="9436"/>
                </a:cubicBezTo>
                <a:lnTo>
                  <a:pt x="1929" y="9436"/>
                </a:lnTo>
                <a:cubicBezTo>
                  <a:pt x="1870" y="9436"/>
                  <a:pt x="1810" y="9376"/>
                  <a:pt x="1810" y="9317"/>
                </a:cubicBezTo>
                <a:lnTo>
                  <a:pt x="1810" y="8578"/>
                </a:lnTo>
                <a:cubicBezTo>
                  <a:pt x="1810" y="8519"/>
                  <a:pt x="1870" y="8459"/>
                  <a:pt x="1929" y="8459"/>
                </a:cubicBezTo>
                <a:close/>
                <a:moveTo>
                  <a:pt x="3645" y="0"/>
                </a:moveTo>
                <a:cubicBezTo>
                  <a:pt x="3527" y="0"/>
                  <a:pt x="3411" y="54"/>
                  <a:pt x="3346" y="161"/>
                </a:cubicBezTo>
                <a:lnTo>
                  <a:pt x="191" y="4792"/>
                </a:lnTo>
                <a:cubicBezTo>
                  <a:pt x="0" y="5078"/>
                  <a:pt x="36" y="5447"/>
                  <a:pt x="262" y="5685"/>
                </a:cubicBezTo>
                <a:lnTo>
                  <a:pt x="1762" y="7209"/>
                </a:lnTo>
                <a:cubicBezTo>
                  <a:pt x="1822" y="7269"/>
                  <a:pt x="1858" y="7340"/>
                  <a:pt x="1858" y="7412"/>
                </a:cubicBezTo>
                <a:lnTo>
                  <a:pt x="1858" y="8078"/>
                </a:lnTo>
                <a:cubicBezTo>
                  <a:pt x="1620" y="8114"/>
                  <a:pt x="1429" y="8317"/>
                  <a:pt x="1429" y="8578"/>
                </a:cubicBezTo>
                <a:lnTo>
                  <a:pt x="1429" y="9317"/>
                </a:lnTo>
                <a:cubicBezTo>
                  <a:pt x="1429" y="9602"/>
                  <a:pt x="1643" y="9829"/>
                  <a:pt x="1929" y="9829"/>
                </a:cubicBezTo>
                <a:lnTo>
                  <a:pt x="2155" y="9829"/>
                </a:lnTo>
                <a:lnTo>
                  <a:pt x="2155" y="10472"/>
                </a:lnTo>
                <a:cubicBezTo>
                  <a:pt x="2155" y="10734"/>
                  <a:pt x="2358" y="10960"/>
                  <a:pt x="2632" y="10960"/>
                </a:cubicBezTo>
                <a:lnTo>
                  <a:pt x="3179" y="10960"/>
                </a:lnTo>
                <a:cubicBezTo>
                  <a:pt x="3286" y="10960"/>
                  <a:pt x="3370" y="10864"/>
                  <a:pt x="3370" y="10757"/>
                </a:cubicBezTo>
                <a:cubicBezTo>
                  <a:pt x="3370" y="10662"/>
                  <a:pt x="3286" y="10567"/>
                  <a:pt x="3179" y="10567"/>
                </a:cubicBezTo>
                <a:lnTo>
                  <a:pt x="2632" y="10567"/>
                </a:lnTo>
                <a:cubicBezTo>
                  <a:pt x="2584" y="10567"/>
                  <a:pt x="2536" y="10519"/>
                  <a:pt x="2536" y="10483"/>
                </a:cubicBezTo>
                <a:lnTo>
                  <a:pt x="2536" y="9829"/>
                </a:lnTo>
                <a:lnTo>
                  <a:pt x="4763" y="9829"/>
                </a:lnTo>
                <a:lnTo>
                  <a:pt x="4763" y="10483"/>
                </a:lnTo>
                <a:cubicBezTo>
                  <a:pt x="4763" y="10519"/>
                  <a:pt x="4715" y="10567"/>
                  <a:pt x="4668" y="10567"/>
                </a:cubicBezTo>
                <a:lnTo>
                  <a:pt x="4072" y="10567"/>
                </a:lnTo>
                <a:cubicBezTo>
                  <a:pt x="3965" y="10567"/>
                  <a:pt x="3882" y="10662"/>
                  <a:pt x="3882" y="10757"/>
                </a:cubicBezTo>
                <a:cubicBezTo>
                  <a:pt x="3882" y="10864"/>
                  <a:pt x="3965" y="10960"/>
                  <a:pt x="4072" y="10960"/>
                </a:cubicBezTo>
                <a:lnTo>
                  <a:pt x="4668" y="10960"/>
                </a:lnTo>
                <a:cubicBezTo>
                  <a:pt x="4918" y="10960"/>
                  <a:pt x="5144" y="10745"/>
                  <a:pt x="5144" y="10472"/>
                </a:cubicBezTo>
                <a:lnTo>
                  <a:pt x="5144" y="9829"/>
                </a:lnTo>
                <a:lnTo>
                  <a:pt x="5370" y="9829"/>
                </a:lnTo>
                <a:cubicBezTo>
                  <a:pt x="5656" y="9829"/>
                  <a:pt x="5870" y="9602"/>
                  <a:pt x="5870" y="9317"/>
                </a:cubicBezTo>
                <a:lnTo>
                  <a:pt x="5870" y="8578"/>
                </a:lnTo>
                <a:cubicBezTo>
                  <a:pt x="5870" y="8317"/>
                  <a:pt x="5680" y="8114"/>
                  <a:pt x="5441" y="8078"/>
                </a:cubicBezTo>
                <a:lnTo>
                  <a:pt x="5441" y="7412"/>
                </a:lnTo>
                <a:cubicBezTo>
                  <a:pt x="5441" y="7340"/>
                  <a:pt x="5477" y="7269"/>
                  <a:pt x="5537" y="7209"/>
                </a:cubicBezTo>
                <a:lnTo>
                  <a:pt x="6977" y="5745"/>
                </a:lnTo>
                <a:cubicBezTo>
                  <a:pt x="7049" y="5673"/>
                  <a:pt x="7049" y="5554"/>
                  <a:pt x="6977" y="5483"/>
                </a:cubicBezTo>
                <a:cubicBezTo>
                  <a:pt x="6942" y="5441"/>
                  <a:pt x="6894" y="5420"/>
                  <a:pt x="6845" y="5420"/>
                </a:cubicBezTo>
                <a:cubicBezTo>
                  <a:pt x="6796" y="5420"/>
                  <a:pt x="6745" y="5441"/>
                  <a:pt x="6703" y="5483"/>
                </a:cubicBezTo>
                <a:lnTo>
                  <a:pt x="5263" y="6935"/>
                </a:lnTo>
                <a:cubicBezTo>
                  <a:pt x="5132" y="7066"/>
                  <a:pt x="5072" y="7233"/>
                  <a:pt x="5072" y="7412"/>
                </a:cubicBezTo>
                <a:lnTo>
                  <a:pt x="5072" y="8067"/>
                </a:lnTo>
                <a:lnTo>
                  <a:pt x="2262" y="8067"/>
                </a:lnTo>
                <a:lnTo>
                  <a:pt x="2262" y="7412"/>
                </a:lnTo>
                <a:cubicBezTo>
                  <a:pt x="2262" y="7233"/>
                  <a:pt x="2179" y="7054"/>
                  <a:pt x="2060" y="6935"/>
                </a:cubicBezTo>
                <a:lnTo>
                  <a:pt x="560" y="5423"/>
                </a:lnTo>
                <a:cubicBezTo>
                  <a:pt x="453" y="5316"/>
                  <a:pt x="441" y="5138"/>
                  <a:pt x="536" y="5019"/>
                </a:cubicBezTo>
                <a:lnTo>
                  <a:pt x="3477" y="685"/>
                </a:lnTo>
                <a:lnTo>
                  <a:pt x="3477" y="4923"/>
                </a:lnTo>
                <a:lnTo>
                  <a:pt x="3405" y="4923"/>
                </a:lnTo>
                <a:cubicBezTo>
                  <a:pt x="3036" y="4923"/>
                  <a:pt x="2739" y="5221"/>
                  <a:pt x="2739" y="5602"/>
                </a:cubicBezTo>
                <a:cubicBezTo>
                  <a:pt x="2739" y="5971"/>
                  <a:pt x="3036" y="6269"/>
                  <a:pt x="3405" y="6269"/>
                </a:cubicBezTo>
                <a:lnTo>
                  <a:pt x="3941" y="6269"/>
                </a:lnTo>
                <a:cubicBezTo>
                  <a:pt x="4310" y="6269"/>
                  <a:pt x="4608" y="5971"/>
                  <a:pt x="4608" y="5602"/>
                </a:cubicBezTo>
                <a:cubicBezTo>
                  <a:pt x="4608" y="5221"/>
                  <a:pt x="4310" y="4923"/>
                  <a:pt x="3941" y="4923"/>
                </a:cubicBezTo>
                <a:lnTo>
                  <a:pt x="3870" y="4923"/>
                </a:lnTo>
                <a:lnTo>
                  <a:pt x="3870" y="685"/>
                </a:lnTo>
                <a:lnTo>
                  <a:pt x="6692" y="4840"/>
                </a:lnTo>
                <a:cubicBezTo>
                  <a:pt x="6727" y="4889"/>
                  <a:pt x="6783" y="4918"/>
                  <a:pt x="6843" y="4918"/>
                </a:cubicBezTo>
                <a:cubicBezTo>
                  <a:pt x="6884" y="4918"/>
                  <a:pt x="6927" y="4905"/>
                  <a:pt x="6965" y="4876"/>
                </a:cubicBezTo>
                <a:cubicBezTo>
                  <a:pt x="7049" y="4816"/>
                  <a:pt x="7061" y="4697"/>
                  <a:pt x="7001" y="4614"/>
                </a:cubicBezTo>
                <a:lnTo>
                  <a:pt x="3953" y="161"/>
                </a:lnTo>
                <a:cubicBezTo>
                  <a:pt x="3882" y="54"/>
                  <a:pt x="3763" y="0"/>
                  <a:pt x="36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73" name="Google Shape;1573;p44"/>
          <p:cNvGrpSpPr/>
          <p:nvPr/>
        </p:nvGrpSpPr>
        <p:grpSpPr>
          <a:xfrm>
            <a:off x="7493876" y="3439994"/>
            <a:ext cx="412676" cy="375443"/>
            <a:chOff x="849741" y="1959307"/>
            <a:chExt cx="399398" cy="375443"/>
          </a:xfrm>
        </p:grpSpPr>
        <p:sp>
          <p:nvSpPr>
            <p:cNvPr id="1574" name="Google Shape;1574;p44"/>
            <p:cNvSpPr/>
            <p:nvPr/>
          </p:nvSpPr>
          <p:spPr>
            <a:xfrm>
              <a:off x="849741" y="1959307"/>
              <a:ext cx="399398" cy="375443"/>
            </a:xfrm>
            <a:custGeom>
              <a:avLst/>
              <a:gdLst/>
              <a:ahLst/>
              <a:cxnLst/>
              <a:rect l="l" t="t" r="r" b="b"/>
              <a:pathLst>
                <a:path w="12538" h="11786" extrusionOk="0">
                  <a:moveTo>
                    <a:pt x="2441" y="7273"/>
                  </a:moveTo>
                  <a:lnTo>
                    <a:pt x="5251" y="10082"/>
                  </a:lnTo>
                  <a:lnTo>
                    <a:pt x="4537" y="10797"/>
                  </a:lnTo>
                  <a:lnTo>
                    <a:pt x="1727" y="7987"/>
                  </a:lnTo>
                  <a:lnTo>
                    <a:pt x="2441" y="7273"/>
                  </a:lnTo>
                  <a:close/>
                  <a:moveTo>
                    <a:pt x="8661" y="1"/>
                  </a:moveTo>
                  <a:cubicBezTo>
                    <a:pt x="8400" y="1"/>
                    <a:pt x="8138" y="99"/>
                    <a:pt x="7942" y="296"/>
                  </a:cubicBezTo>
                  <a:lnTo>
                    <a:pt x="1846" y="6392"/>
                  </a:lnTo>
                  <a:cubicBezTo>
                    <a:pt x="1763" y="6463"/>
                    <a:pt x="1763" y="6582"/>
                    <a:pt x="1846" y="6665"/>
                  </a:cubicBezTo>
                  <a:lnTo>
                    <a:pt x="2168" y="6987"/>
                  </a:lnTo>
                  <a:lnTo>
                    <a:pt x="1322" y="7832"/>
                  </a:lnTo>
                  <a:cubicBezTo>
                    <a:pt x="1251" y="7916"/>
                    <a:pt x="1251" y="8035"/>
                    <a:pt x="1322" y="8106"/>
                  </a:cubicBezTo>
                  <a:lnTo>
                    <a:pt x="1941" y="8725"/>
                  </a:lnTo>
                  <a:lnTo>
                    <a:pt x="1465" y="9201"/>
                  </a:lnTo>
                  <a:cubicBezTo>
                    <a:pt x="1394" y="9285"/>
                    <a:pt x="1394" y="9404"/>
                    <a:pt x="1465" y="9475"/>
                  </a:cubicBezTo>
                  <a:cubicBezTo>
                    <a:pt x="1507" y="9511"/>
                    <a:pt x="1557" y="9529"/>
                    <a:pt x="1606" y="9529"/>
                  </a:cubicBezTo>
                  <a:cubicBezTo>
                    <a:pt x="1656" y="9529"/>
                    <a:pt x="1703" y="9511"/>
                    <a:pt x="1739" y="9475"/>
                  </a:cubicBezTo>
                  <a:lnTo>
                    <a:pt x="2215" y="8999"/>
                  </a:lnTo>
                  <a:lnTo>
                    <a:pt x="3525" y="10309"/>
                  </a:lnTo>
                  <a:lnTo>
                    <a:pt x="2453" y="11380"/>
                  </a:lnTo>
                  <a:lnTo>
                    <a:pt x="536" y="10678"/>
                  </a:lnTo>
                  <a:lnTo>
                    <a:pt x="1167" y="10035"/>
                  </a:lnTo>
                  <a:cubicBezTo>
                    <a:pt x="1251" y="9963"/>
                    <a:pt x="1251" y="9844"/>
                    <a:pt x="1167" y="9773"/>
                  </a:cubicBezTo>
                  <a:cubicBezTo>
                    <a:pt x="1132" y="9737"/>
                    <a:pt x="1084" y="9719"/>
                    <a:pt x="1036" y="9719"/>
                  </a:cubicBezTo>
                  <a:cubicBezTo>
                    <a:pt x="989" y="9719"/>
                    <a:pt x="941" y="9737"/>
                    <a:pt x="905" y="9773"/>
                  </a:cubicBezTo>
                  <a:lnTo>
                    <a:pt x="60" y="10618"/>
                  </a:lnTo>
                  <a:cubicBezTo>
                    <a:pt x="12" y="10666"/>
                    <a:pt x="1" y="10737"/>
                    <a:pt x="12" y="10797"/>
                  </a:cubicBezTo>
                  <a:cubicBezTo>
                    <a:pt x="24" y="10856"/>
                    <a:pt x="72" y="10916"/>
                    <a:pt x="132" y="10928"/>
                  </a:cubicBezTo>
                  <a:lnTo>
                    <a:pt x="2441" y="11761"/>
                  </a:lnTo>
                  <a:cubicBezTo>
                    <a:pt x="2453" y="11785"/>
                    <a:pt x="2477" y="11785"/>
                    <a:pt x="2501" y="11785"/>
                  </a:cubicBezTo>
                  <a:cubicBezTo>
                    <a:pt x="2537" y="11785"/>
                    <a:pt x="2596" y="11761"/>
                    <a:pt x="2632" y="11726"/>
                  </a:cubicBezTo>
                  <a:lnTo>
                    <a:pt x="3787" y="10559"/>
                  </a:lnTo>
                  <a:lnTo>
                    <a:pt x="4418" y="11190"/>
                  </a:lnTo>
                  <a:cubicBezTo>
                    <a:pt x="4442" y="11214"/>
                    <a:pt x="4501" y="11249"/>
                    <a:pt x="4549" y="11249"/>
                  </a:cubicBezTo>
                  <a:cubicBezTo>
                    <a:pt x="4596" y="11249"/>
                    <a:pt x="4656" y="11225"/>
                    <a:pt x="4680" y="11190"/>
                  </a:cubicBezTo>
                  <a:lnTo>
                    <a:pt x="5537" y="10332"/>
                  </a:lnTo>
                  <a:lnTo>
                    <a:pt x="5858" y="10666"/>
                  </a:lnTo>
                  <a:cubicBezTo>
                    <a:pt x="5894" y="10690"/>
                    <a:pt x="5954" y="10725"/>
                    <a:pt x="5989" y="10725"/>
                  </a:cubicBezTo>
                  <a:cubicBezTo>
                    <a:pt x="6037" y="10725"/>
                    <a:pt x="6097" y="10702"/>
                    <a:pt x="6132" y="10666"/>
                  </a:cubicBezTo>
                  <a:lnTo>
                    <a:pt x="10788" y="6011"/>
                  </a:lnTo>
                  <a:cubicBezTo>
                    <a:pt x="10859" y="5927"/>
                    <a:pt x="10859" y="5808"/>
                    <a:pt x="10788" y="5737"/>
                  </a:cubicBezTo>
                  <a:cubicBezTo>
                    <a:pt x="10752" y="5701"/>
                    <a:pt x="10704" y="5683"/>
                    <a:pt x="10655" y="5683"/>
                  </a:cubicBezTo>
                  <a:cubicBezTo>
                    <a:pt x="10606" y="5683"/>
                    <a:pt x="10555" y="5701"/>
                    <a:pt x="10514" y="5737"/>
                  </a:cubicBezTo>
                  <a:lnTo>
                    <a:pt x="5989" y="10261"/>
                  </a:lnTo>
                  <a:lnTo>
                    <a:pt x="2263" y="6523"/>
                  </a:lnTo>
                  <a:lnTo>
                    <a:pt x="8240" y="546"/>
                  </a:lnTo>
                  <a:cubicBezTo>
                    <a:pt x="8365" y="415"/>
                    <a:pt x="8525" y="349"/>
                    <a:pt x="8686" y="349"/>
                  </a:cubicBezTo>
                  <a:cubicBezTo>
                    <a:pt x="8847" y="349"/>
                    <a:pt x="9008" y="415"/>
                    <a:pt x="9133" y="546"/>
                  </a:cubicBezTo>
                  <a:lnTo>
                    <a:pt x="11978" y="3379"/>
                  </a:lnTo>
                  <a:cubicBezTo>
                    <a:pt x="12097" y="3510"/>
                    <a:pt x="12157" y="3665"/>
                    <a:pt x="12157" y="3832"/>
                  </a:cubicBezTo>
                  <a:cubicBezTo>
                    <a:pt x="12157" y="3998"/>
                    <a:pt x="12097" y="4153"/>
                    <a:pt x="11978" y="4272"/>
                  </a:cubicBezTo>
                  <a:lnTo>
                    <a:pt x="11050" y="5201"/>
                  </a:lnTo>
                  <a:cubicBezTo>
                    <a:pt x="10978" y="5272"/>
                    <a:pt x="10978" y="5391"/>
                    <a:pt x="11050" y="5463"/>
                  </a:cubicBezTo>
                  <a:cubicBezTo>
                    <a:pt x="11091" y="5505"/>
                    <a:pt x="11142" y="5525"/>
                    <a:pt x="11191" y="5525"/>
                  </a:cubicBezTo>
                  <a:cubicBezTo>
                    <a:pt x="11240" y="5525"/>
                    <a:pt x="11288" y="5505"/>
                    <a:pt x="11323" y="5463"/>
                  </a:cubicBezTo>
                  <a:lnTo>
                    <a:pt x="12240" y="4546"/>
                  </a:lnTo>
                  <a:cubicBezTo>
                    <a:pt x="12443" y="4356"/>
                    <a:pt x="12538" y="4106"/>
                    <a:pt x="12538" y="3832"/>
                  </a:cubicBezTo>
                  <a:cubicBezTo>
                    <a:pt x="12526" y="3582"/>
                    <a:pt x="12419" y="3332"/>
                    <a:pt x="12228" y="3129"/>
                  </a:cubicBezTo>
                  <a:lnTo>
                    <a:pt x="9371" y="296"/>
                  </a:lnTo>
                  <a:cubicBezTo>
                    <a:pt x="9180" y="99"/>
                    <a:pt x="8921" y="1"/>
                    <a:pt x="8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5" name="Google Shape;1575;p44"/>
            <p:cNvSpPr/>
            <p:nvPr/>
          </p:nvSpPr>
          <p:spPr>
            <a:xfrm>
              <a:off x="986654" y="2041588"/>
              <a:ext cx="180204" cy="177082"/>
            </a:xfrm>
            <a:custGeom>
              <a:avLst/>
              <a:gdLst/>
              <a:ahLst/>
              <a:cxnLst/>
              <a:rect l="l" t="t" r="r" b="b"/>
              <a:pathLst>
                <a:path w="5657" h="5559" extrusionOk="0">
                  <a:moveTo>
                    <a:pt x="3811" y="368"/>
                  </a:moveTo>
                  <a:cubicBezTo>
                    <a:pt x="3894" y="368"/>
                    <a:pt x="3989" y="403"/>
                    <a:pt x="4061" y="475"/>
                  </a:cubicBezTo>
                  <a:lnTo>
                    <a:pt x="5168" y="1582"/>
                  </a:lnTo>
                  <a:cubicBezTo>
                    <a:pt x="5228" y="1642"/>
                    <a:pt x="5263" y="1725"/>
                    <a:pt x="5263" y="1832"/>
                  </a:cubicBezTo>
                  <a:cubicBezTo>
                    <a:pt x="5263" y="1915"/>
                    <a:pt x="5228" y="2023"/>
                    <a:pt x="5168" y="2082"/>
                  </a:cubicBezTo>
                  <a:lnTo>
                    <a:pt x="2156" y="5094"/>
                  </a:lnTo>
                  <a:cubicBezTo>
                    <a:pt x="2090" y="5160"/>
                    <a:pt x="1998" y="5193"/>
                    <a:pt x="1906" y="5193"/>
                  </a:cubicBezTo>
                  <a:cubicBezTo>
                    <a:pt x="1813" y="5193"/>
                    <a:pt x="1721" y="5160"/>
                    <a:pt x="1656" y="5094"/>
                  </a:cubicBezTo>
                  <a:lnTo>
                    <a:pt x="548" y="3987"/>
                  </a:lnTo>
                  <a:cubicBezTo>
                    <a:pt x="417" y="3856"/>
                    <a:pt x="417" y="3618"/>
                    <a:pt x="548" y="3487"/>
                  </a:cubicBezTo>
                  <a:lnTo>
                    <a:pt x="3561" y="475"/>
                  </a:lnTo>
                  <a:cubicBezTo>
                    <a:pt x="3632" y="403"/>
                    <a:pt x="3715" y="368"/>
                    <a:pt x="3811" y="368"/>
                  </a:cubicBezTo>
                  <a:close/>
                  <a:moveTo>
                    <a:pt x="3800" y="0"/>
                  </a:moveTo>
                  <a:cubicBezTo>
                    <a:pt x="3613" y="0"/>
                    <a:pt x="3428" y="71"/>
                    <a:pt x="3287" y="213"/>
                  </a:cubicBezTo>
                  <a:lnTo>
                    <a:pt x="286" y="3213"/>
                  </a:lnTo>
                  <a:cubicBezTo>
                    <a:pt x="1" y="3499"/>
                    <a:pt x="1" y="3975"/>
                    <a:pt x="286" y="4261"/>
                  </a:cubicBezTo>
                  <a:lnTo>
                    <a:pt x="1382" y="5356"/>
                  </a:lnTo>
                  <a:cubicBezTo>
                    <a:pt x="1537" y="5511"/>
                    <a:pt x="1715" y="5559"/>
                    <a:pt x="1906" y="5559"/>
                  </a:cubicBezTo>
                  <a:cubicBezTo>
                    <a:pt x="2096" y="5559"/>
                    <a:pt x="2275" y="5487"/>
                    <a:pt x="2430" y="5356"/>
                  </a:cubicBezTo>
                  <a:lnTo>
                    <a:pt x="5430" y="2368"/>
                  </a:lnTo>
                  <a:cubicBezTo>
                    <a:pt x="5561" y="2237"/>
                    <a:pt x="5656" y="2035"/>
                    <a:pt x="5656" y="1844"/>
                  </a:cubicBezTo>
                  <a:cubicBezTo>
                    <a:pt x="5656" y="1654"/>
                    <a:pt x="5585" y="1451"/>
                    <a:pt x="5430" y="1320"/>
                  </a:cubicBezTo>
                  <a:lnTo>
                    <a:pt x="4335" y="225"/>
                  </a:lnTo>
                  <a:cubicBezTo>
                    <a:pt x="4184" y="74"/>
                    <a:pt x="3991" y="0"/>
                    <a:pt x="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76" name="Google Shape;1576;p44"/>
          <p:cNvGrpSpPr/>
          <p:nvPr/>
        </p:nvGrpSpPr>
        <p:grpSpPr>
          <a:xfrm>
            <a:off x="5707623" y="3447159"/>
            <a:ext cx="374265" cy="361108"/>
            <a:chOff x="3513010" y="3816134"/>
            <a:chExt cx="362223" cy="361108"/>
          </a:xfrm>
        </p:grpSpPr>
        <p:sp>
          <p:nvSpPr>
            <p:cNvPr id="1577" name="Google Shape;1577;p44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8" name="Google Shape;1578;p44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9" name="Google Shape;1579;p44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Google Shape;1569;p44">
            <a:extLst>
              <a:ext uri="{FF2B5EF4-FFF2-40B4-BE49-F238E27FC236}">
                <a16:creationId xmlns:a16="http://schemas.microsoft.com/office/drawing/2014/main" id="{130CD2A3-9432-E900-3D2A-54A9D6709AD9}"/>
              </a:ext>
            </a:extLst>
          </p:cNvPr>
          <p:cNvSpPr txBox="1">
            <a:spLocks/>
          </p:cNvSpPr>
          <p:nvPr/>
        </p:nvSpPr>
        <p:spPr>
          <a:xfrm>
            <a:off x="1686629" y="909392"/>
            <a:ext cx="9012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algn="ctr"/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grpSp>
        <p:nvGrpSpPr>
          <p:cNvPr id="4" name="Google Shape;1552;p44">
            <a:extLst>
              <a:ext uri="{FF2B5EF4-FFF2-40B4-BE49-F238E27FC236}">
                <a16:creationId xmlns:a16="http://schemas.microsoft.com/office/drawing/2014/main" id="{CCB22B2F-5173-CB36-F4F8-F245AAA78962}"/>
              </a:ext>
            </a:extLst>
          </p:cNvPr>
          <p:cNvGrpSpPr/>
          <p:nvPr/>
        </p:nvGrpSpPr>
        <p:grpSpPr>
          <a:xfrm>
            <a:off x="1341142" y="3256842"/>
            <a:ext cx="1188970" cy="182682"/>
            <a:chOff x="621575" y="2498644"/>
            <a:chExt cx="1272306" cy="195486"/>
          </a:xfrm>
        </p:grpSpPr>
        <p:sp>
          <p:nvSpPr>
            <p:cNvPr id="5" name="Google Shape;1553;p44">
              <a:extLst>
                <a:ext uri="{FF2B5EF4-FFF2-40B4-BE49-F238E27FC236}">
                  <a16:creationId xmlns:a16="http://schemas.microsoft.com/office/drawing/2014/main" id="{21A7E501-6C79-B1A3-571D-C418B227DDCE}"/>
                </a:ext>
              </a:extLst>
            </p:cNvPr>
            <p:cNvSpPr/>
            <p:nvPr/>
          </p:nvSpPr>
          <p:spPr>
            <a:xfrm>
              <a:off x="1257614" y="2498644"/>
              <a:ext cx="213" cy="195486"/>
            </a:xfrm>
            <a:custGeom>
              <a:avLst/>
              <a:gdLst/>
              <a:ahLst/>
              <a:cxnLst/>
              <a:rect l="l" t="t" r="r" b="b"/>
              <a:pathLst>
                <a:path w="1" h="916" fill="none" extrusionOk="0">
                  <a:moveTo>
                    <a:pt x="1" y="1"/>
                  </a:moveTo>
                  <a:lnTo>
                    <a:pt x="1" y="916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Google Shape;1554;p44">
              <a:extLst>
                <a:ext uri="{FF2B5EF4-FFF2-40B4-BE49-F238E27FC236}">
                  <a16:creationId xmlns:a16="http://schemas.microsoft.com/office/drawing/2014/main" id="{D56B99B8-F6B9-2F7A-28E1-8211E49B5507}"/>
                </a:ext>
              </a:extLst>
            </p:cNvPr>
            <p:cNvSpPr/>
            <p:nvPr/>
          </p:nvSpPr>
          <p:spPr>
            <a:xfrm>
              <a:off x="621575" y="2498644"/>
              <a:ext cx="1272306" cy="213"/>
            </a:xfrm>
            <a:custGeom>
              <a:avLst/>
              <a:gdLst/>
              <a:ahLst/>
              <a:cxnLst/>
              <a:rect l="l" t="t" r="r" b="b"/>
              <a:pathLst>
                <a:path w="5962" h="1" fill="none" extrusionOk="0">
                  <a:moveTo>
                    <a:pt x="0" y="1"/>
                  </a:moveTo>
                  <a:lnTo>
                    <a:pt x="596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Google Shape;1545;p44">
            <a:extLst>
              <a:ext uri="{FF2B5EF4-FFF2-40B4-BE49-F238E27FC236}">
                <a16:creationId xmlns:a16="http://schemas.microsoft.com/office/drawing/2014/main" id="{58933808-7E45-CAD4-A6E1-676A253CD246}"/>
              </a:ext>
            </a:extLst>
          </p:cNvPr>
          <p:cNvSpPr/>
          <p:nvPr/>
        </p:nvSpPr>
        <p:spPr>
          <a:xfrm>
            <a:off x="1595471" y="3410314"/>
            <a:ext cx="622740" cy="468578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cxnSp>
        <p:nvCxnSpPr>
          <p:cNvPr id="11" name="Google Shape;1544;p44">
            <a:extLst>
              <a:ext uri="{FF2B5EF4-FFF2-40B4-BE49-F238E27FC236}">
                <a16:creationId xmlns:a16="http://schemas.microsoft.com/office/drawing/2014/main" id="{F54184E9-6DAC-840E-6B2E-83099B40FC4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218211" y="3618635"/>
            <a:ext cx="1560984" cy="259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E173A30-5858-A8EB-30E7-10E95C8AA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04" y="3397634"/>
            <a:ext cx="503302" cy="5033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DEE43F1-D4BD-10DB-9EA4-2A4347D28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19" y="592342"/>
            <a:ext cx="4383600" cy="1979408"/>
          </a:xfrm>
        </p:spPr>
        <p:txBody>
          <a:bodyPr wrap="square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for analysis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column names for csv file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 the csv file with indication of column names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Data datatype 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structure of each column name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dimension of dataframe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and nulls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6EBA54-41DD-BEFE-E17E-2273525DD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609" b="2"/>
          <a:stretch/>
        </p:blipFill>
        <p:spPr>
          <a:xfrm>
            <a:off x="4889081" y="781768"/>
            <a:ext cx="4118400" cy="416636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004C920-FBD2-5647-D371-9EF3985B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3" y="30164"/>
            <a:ext cx="77040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Ingestion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5EC023-7DC2-FF46-8CA8-985A04278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" y="2623444"/>
            <a:ext cx="4636519" cy="248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3CD3C4E-3780-64A9-5C71-EDDEB07FF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226" y="838980"/>
            <a:ext cx="3988215" cy="32613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Statistics: Min, Max, Avg, Std, Count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variables: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Total_Revenue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D2EDD3-01CE-C9B3-721F-51A8B2022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28" b="1"/>
          <a:stretch/>
        </p:blipFill>
        <p:spPr>
          <a:xfrm>
            <a:off x="4507149" y="771291"/>
            <a:ext cx="3988215" cy="384836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4218545-B8E3-F047-5664-6720415E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5" y="113840"/>
            <a:ext cx="77040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Exploration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14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CB5CD40-A0CE-7199-5727-ED292FC5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220"/>
          <a:stretch/>
        </p:blipFill>
        <p:spPr>
          <a:xfrm>
            <a:off x="4934888" y="1192313"/>
            <a:ext cx="3470400" cy="339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D55B8E-34A3-61ED-8673-C30586F3B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780" y="317769"/>
            <a:ext cx="7005885" cy="679321"/>
          </a:xfrm>
        </p:spPr>
        <p:txBody>
          <a:bodyPr wrap="square" anchor="b"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Scenarios</a:t>
            </a: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913A297-413F-4C27-E9E0-79EC93BA4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7" y="1192313"/>
            <a:ext cx="4637708" cy="143256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Revenue</a:t>
            </a: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Total, Average and Best-selling product by Revenue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Purchased products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Quantity and Total Revenue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38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0D688B-4B70-86B0-0118-BCF7B32B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40" y="87899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CCEF36-90F6-9651-239B-01A5B9DF0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740" y="660598"/>
            <a:ext cx="7704000" cy="916741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by the Quantity sold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Quantity of products by Gender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 by Total Revenue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805618-914C-6BF1-50F4-C0DA295D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0" y="1694071"/>
            <a:ext cx="7482039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1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EC26-9EBF-71A6-464E-BC843D7C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F0D9A9-8176-58CA-F7C9-66388A66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40" y="87899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BD42A6-EF50-AF38-CB99-14EFE419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740" y="660598"/>
            <a:ext cx="7704000" cy="916741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by the Quantity sold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Quantity of products by Gender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 by Total Revenue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73B7A-AEC8-F7DF-1F1C-04EEE9A4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0" y="1577339"/>
            <a:ext cx="7482039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7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F279-0F39-0201-6D23-054E0FFC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60" y="48785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BF37E-9B25-5A88-2AB4-4F3DA27EA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560" y="842424"/>
            <a:ext cx="8077199" cy="5727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Total Transactions Plot trend: We see the variation in how customers purchase monthly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CA8C44-78C3-8845-C35D-D06E5EEA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636063"/>
            <a:ext cx="6705600" cy="284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1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00F5-2E1C-2F7C-859A-77144020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1A19-A5E3-1DD3-D4B9-058DAB0A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60" y="48785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2DCFB-5EAC-CD72-276F-A1CA58897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560" y="842424"/>
            <a:ext cx="8077199" cy="5727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Total Revenue Plot trend: We see that October and May of 2023 have the highest revenue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7E051-2FB1-A20A-2E57-153F7A11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44623"/>
            <a:ext cx="8077200" cy="301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007A-2661-45B6-B4BF-DFAB4DD3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B0E4-CBC0-D56B-503C-72C51949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60" y="48785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DC649-4B43-2BBF-E065-158A47AE4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560" y="842424"/>
            <a:ext cx="8077199" cy="5727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Behavior: We see that as Quantity purchased increases so does revenue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78CB3-4272-5EF1-2928-4B6CDBB3E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12" y="1618424"/>
            <a:ext cx="8201644" cy="325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73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9C9E-3084-79C2-7D3D-1485E4C3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74BAD9-BEA7-284A-9539-9776B75C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861" y="1055421"/>
            <a:ext cx="4118400" cy="32613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Gender by Quantity purchased showing more of the products are purchased by Females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CB6EA-AF5B-B824-1928-A179D935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4" r="62534" b="-2"/>
          <a:stretch/>
        </p:blipFill>
        <p:spPr>
          <a:xfrm>
            <a:off x="4712889" y="886007"/>
            <a:ext cx="3652935" cy="3198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D34CE0D-7276-6E43-456A-33AE992A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81" y="114285"/>
            <a:ext cx="77040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Scenarios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42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CFFC-E5C6-70BA-51C6-73FD6C34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A7DE2-B734-E9C1-C04D-237F7BC9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60" y="48785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3BFC4-C106-92D5-645F-82943AD7A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560" y="842424"/>
            <a:ext cx="8077199" cy="572700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Generating Product Categories: We see that product category with highest revenue meaning more customers purchased products from that category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480B9-397C-25CE-4A4A-B9034EC9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3" y="1585507"/>
            <a:ext cx="7704306" cy="35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32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AC5B6-7CE2-E5B9-D0A4-23656F48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4" y="15968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Output: Data Scenarios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FCCA7D5-03EB-3F8D-7825-6327F4B64C9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62280" y="989302"/>
            <a:ext cx="4409720" cy="943823"/>
          </a:xfrm>
        </p:spPr>
        <p:txBody>
          <a:bodyPr/>
          <a:lstStyle/>
          <a:p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of Product purchased by Age Groups and Gender: Checking which category was purchased from most by which gender</a:t>
            </a:r>
            <a:endParaRPr lang="en-GB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4B4FF33-3CEA-BB61-26F3-25BD0178361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725900" y="732380"/>
            <a:ext cx="3938202" cy="1200745"/>
          </a:xfrm>
        </p:spPr>
        <p:txBody>
          <a:bodyPr/>
          <a:lstStyle/>
          <a:p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Purchases by Age Group: Checking which Age Group purchased the most items from which product category</a:t>
            </a:r>
            <a:endParaRPr lang="en-GB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3BF703-866D-EDCB-35F9-CBAB22E1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5" y="2029318"/>
            <a:ext cx="4460806" cy="27956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F32101-882C-7B48-1B56-57CF4866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428" y="2029317"/>
            <a:ext cx="4409720" cy="27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48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138EA9-935B-A4BA-A97C-EF443576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02" y="179135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6951D8-4942-F977-026D-F1858C0A5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235" y="751835"/>
            <a:ext cx="7704000" cy="3461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Marketing data csv into Python for analysis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exploratory data analysis for valuable insights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new statistical metrics and scenarios for decision making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analysis and business applications can be done like developing a model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39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911;p60">
            <a:extLst>
              <a:ext uri="{FF2B5EF4-FFF2-40B4-BE49-F238E27FC236}">
                <a16:creationId xmlns:a16="http://schemas.microsoft.com/office/drawing/2014/main" id="{3CC119D0-72EA-4188-FECB-7E06710D3A9B}"/>
              </a:ext>
            </a:extLst>
          </p:cNvPr>
          <p:cNvSpPr txBox="1">
            <a:spLocks/>
          </p:cNvSpPr>
          <p:nvPr/>
        </p:nvSpPr>
        <p:spPr>
          <a:xfrm>
            <a:off x="1280056" y="1367340"/>
            <a:ext cx="5833378" cy="9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4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912;p60">
            <a:extLst>
              <a:ext uri="{FF2B5EF4-FFF2-40B4-BE49-F238E27FC236}">
                <a16:creationId xmlns:a16="http://schemas.microsoft.com/office/drawing/2014/main" id="{AF5A4CC4-1895-B337-51E6-37FB87A3472A}"/>
              </a:ext>
            </a:extLst>
          </p:cNvPr>
          <p:cNvSpPr txBox="1">
            <a:spLocks/>
          </p:cNvSpPr>
          <p:nvPr/>
        </p:nvSpPr>
        <p:spPr>
          <a:xfrm>
            <a:off x="1280023" y="2459420"/>
            <a:ext cx="5833378" cy="10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6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ctr"/>
            <a:r>
              <a:rPr lang="en-US" b="1" dirty="0"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Do you have any questions?</a:t>
            </a:r>
          </a:p>
          <a:p>
            <a:pPr marL="0" indent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eomuvwi1@my.westga.edu</a:t>
            </a:r>
          </a:p>
        </p:txBody>
      </p:sp>
    </p:spTree>
    <p:extLst>
      <p:ext uri="{BB962C8B-B14F-4D97-AF65-F5344CB8AC3E}">
        <p14:creationId xmlns:p14="http://schemas.microsoft.com/office/powerpoint/2010/main" val="3631671149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Management and Analytics Thesis Defense by Slidesgo">
  <a:themeElements>
    <a:clrScheme name="Simple Light">
      <a:dk1>
        <a:srgbClr val="353552"/>
      </a:dk1>
      <a:lt1>
        <a:srgbClr val="F5F5F5"/>
      </a:lt1>
      <a:dk2>
        <a:srgbClr val="6875A7"/>
      </a:dk2>
      <a:lt2>
        <a:srgbClr val="6ABEC5"/>
      </a:lt2>
      <a:accent1>
        <a:srgbClr val="AFE0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E3E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de19331-cc30-459f-8443-6a4b68734b50}" enabled="0" method="" siteId="{8de19331-cc30-459f-8443-6a4b68734b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575</Words>
  <Application>Microsoft Office PowerPoint</Application>
  <PresentationFormat>On-screen Show (16:9)</PresentationFormat>
  <Paragraphs>97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Times New Roman</vt:lpstr>
      <vt:lpstr>Arial</vt:lpstr>
      <vt:lpstr>Nunito Light</vt:lpstr>
      <vt:lpstr>Catamaran Light</vt:lpstr>
      <vt:lpstr>Lato</vt:lpstr>
      <vt:lpstr>Archivo</vt:lpstr>
      <vt:lpstr>Catamaran</vt:lpstr>
      <vt:lpstr>Business Management and Analytics Thesis Defense by Slidesgo</vt:lpstr>
      <vt:lpstr>Retail Analytics Python Project</vt:lpstr>
      <vt:lpstr>Table of contents</vt:lpstr>
      <vt:lpstr>Objective</vt:lpstr>
      <vt:lpstr>Background</vt:lpstr>
      <vt:lpstr>Methodology</vt:lpstr>
      <vt:lpstr>Code Output: Data Ingestion</vt:lpstr>
      <vt:lpstr>Code Output: Data Exploration</vt:lpstr>
      <vt:lpstr>Code Output: Data Scenarios</vt:lpstr>
      <vt:lpstr>Code Output: Data Scenarios</vt:lpstr>
      <vt:lpstr>Code Output: Data Scenarios</vt:lpstr>
      <vt:lpstr> Code Output: Data Scenarios</vt:lpstr>
      <vt:lpstr> Code Output: Data Scenarios</vt:lpstr>
      <vt:lpstr> Code Output: Data Scenarios</vt:lpstr>
      <vt:lpstr>Code Output: Data Scenarios</vt:lpstr>
      <vt:lpstr> Code Output: Data Scenarios</vt:lpstr>
      <vt:lpstr>Code Output: Data Scenarios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Enita</dc:creator>
  <cp:lastModifiedBy>Enita  Omuvwie</cp:lastModifiedBy>
  <cp:revision>2</cp:revision>
  <dcterms:modified xsi:type="dcterms:W3CDTF">2025-02-14T06:17:41Z</dcterms:modified>
</cp:coreProperties>
</file>