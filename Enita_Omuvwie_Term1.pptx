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0"/>
  </p:notesMasterIdLst>
  <p:sldIdLst>
    <p:sldId id="256" r:id="rId2"/>
    <p:sldId id="258" r:id="rId3"/>
    <p:sldId id="261" r:id="rId4"/>
    <p:sldId id="297" r:id="rId5"/>
    <p:sldId id="296" r:id="rId6"/>
    <p:sldId id="298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11" r:id="rId15"/>
    <p:sldId id="307" r:id="rId16"/>
    <p:sldId id="309" r:id="rId17"/>
    <p:sldId id="310" r:id="rId18"/>
    <p:sldId id="299" r:id="rId19"/>
  </p:sldIdLst>
  <p:sldSz cx="9144000" cy="5143500" type="screen16x9"/>
  <p:notesSz cx="6858000" cy="9144000"/>
  <p:embeddedFontLst>
    <p:embeddedFont>
      <p:font typeface="Anaheim" panose="020B0604020202020204" charset="0"/>
      <p:regular r:id="rId21"/>
      <p:bold r:id="rId22"/>
    </p:embeddedFont>
    <p:embeddedFont>
      <p:font typeface="Cairo" panose="020B0604020202020204" charset="-78"/>
      <p:regular r:id="rId23"/>
      <p:bold r:id="rId24"/>
    </p:embeddedFont>
    <p:embeddedFont>
      <p:font typeface="Raleway" pitchFamily="2" charset="0"/>
      <p:regular r:id="rId25"/>
      <p:bold r:id="rId26"/>
      <p:italic r:id="rId27"/>
      <p:boldItalic r:id="rId28"/>
    </p:embeddedFont>
    <p:embeddedFont>
      <p:font typeface="Space Grotesk" panose="020B0604020202020204" charset="0"/>
      <p:regular r:id="rId29"/>
      <p:bold r:id="rId30"/>
    </p:embeddedFont>
    <p:embeddedFont>
      <p:font typeface="Space Grotesk Medium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E43BC-7FF3-4F7E-935E-12D7265AA64C}" v="1" dt="2025-02-23T17:08:23.314"/>
  </p1510:revLst>
</p1510:revInfo>
</file>

<file path=ppt/tableStyles.xml><?xml version="1.0" encoding="utf-8"?>
<a:tblStyleLst xmlns:a="http://schemas.openxmlformats.org/drawingml/2006/main" def="{0E192133-D924-4EA7-BDA5-DA7D5491BFC2}">
  <a:tblStyle styleId="{0E192133-D924-4EA7-BDA5-DA7D5491BF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CB0BA7-9BA9-4309-9A3B-DD1B6DE375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81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ita  Omuvwie" userId="05b7ec2d-1ef5-4e52-82d9-455310839393" providerId="ADAL" clId="{CBBE43BC-7FF3-4F7E-935E-12D7265AA64C}"/>
    <pc:docChg chg="undo redo custSel addSld modSld">
      <pc:chgData name="Enita  Omuvwie" userId="05b7ec2d-1ef5-4e52-82d9-455310839393" providerId="ADAL" clId="{CBBE43BC-7FF3-4F7E-935E-12D7265AA64C}" dt="2025-03-30T23:37:26.283" v="51" actId="14100"/>
      <pc:docMkLst>
        <pc:docMk/>
      </pc:docMkLst>
      <pc:sldChg chg="modSp mod">
        <pc:chgData name="Enita  Omuvwie" userId="05b7ec2d-1ef5-4e52-82d9-455310839393" providerId="ADAL" clId="{CBBE43BC-7FF3-4F7E-935E-12D7265AA64C}" dt="2025-03-30T23:37:26.283" v="51" actId="14100"/>
        <pc:sldMkLst>
          <pc:docMk/>
          <pc:sldMk cId="0" sldId="256"/>
        </pc:sldMkLst>
        <pc:spChg chg="mod">
          <ac:chgData name="Enita  Omuvwie" userId="05b7ec2d-1ef5-4e52-82d9-455310839393" providerId="ADAL" clId="{CBBE43BC-7FF3-4F7E-935E-12D7265AA64C}" dt="2025-02-24T23:47:36.996" v="49" actId="20577"/>
          <ac:spMkLst>
            <pc:docMk/>
            <pc:sldMk cId="0" sldId="256"/>
            <ac:spMk id="253" creationId="{00000000-0000-0000-0000-000000000000}"/>
          </ac:spMkLst>
        </pc:spChg>
        <pc:spChg chg="mod">
          <ac:chgData name="Enita  Omuvwie" userId="05b7ec2d-1ef5-4e52-82d9-455310839393" providerId="ADAL" clId="{CBBE43BC-7FF3-4F7E-935E-12D7265AA64C}" dt="2025-03-30T23:37:26.283" v="51" actId="14100"/>
          <ac:spMkLst>
            <pc:docMk/>
            <pc:sldMk cId="0" sldId="256"/>
            <ac:spMk id="254" creationId="{00000000-0000-0000-0000-000000000000}"/>
          </ac:spMkLst>
        </pc:spChg>
        <pc:picChg chg="mod">
          <ac:chgData name="Enita  Omuvwie" userId="05b7ec2d-1ef5-4e52-82d9-455310839393" providerId="ADAL" clId="{CBBE43BC-7FF3-4F7E-935E-12D7265AA64C}" dt="2025-02-24T23:47:45.491" v="50" actId="1076"/>
          <ac:picMkLst>
            <pc:docMk/>
            <pc:sldMk cId="0" sldId="256"/>
            <ac:picMk id="252" creationId="{00000000-0000-0000-0000-000000000000}"/>
          </ac:picMkLst>
        </pc:picChg>
      </pc:sldChg>
      <pc:sldChg chg="modSp mod">
        <pc:chgData name="Enita  Omuvwie" userId="05b7ec2d-1ef5-4e52-82d9-455310839393" providerId="ADAL" clId="{CBBE43BC-7FF3-4F7E-935E-12D7265AA64C}" dt="2025-02-24T23:40:49.841" v="43" actId="1076"/>
        <pc:sldMkLst>
          <pc:docMk/>
          <pc:sldMk cId="0" sldId="261"/>
        </pc:sldMkLst>
        <pc:spChg chg="mod">
          <ac:chgData name="Enita  Omuvwie" userId="05b7ec2d-1ef5-4e52-82d9-455310839393" providerId="ADAL" clId="{CBBE43BC-7FF3-4F7E-935E-12D7265AA64C}" dt="2025-02-24T23:40:26.136" v="39" actId="1076"/>
          <ac:spMkLst>
            <pc:docMk/>
            <pc:sldMk cId="0" sldId="261"/>
            <ac:spMk id="304" creationId="{00000000-0000-0000-0000-000000000000}"/>
          </ac:spMkLst>
        </pc:spChg>
        <pc:spChg chg="mod">
          <ac:chgData name="Enita  Omuvwie" userId="05b7ec2d-1ef5-4e52-82d9-455310839393" providerId="ADAL" clId="{CBBE43BC-7FF3-4F7E-935E-12D7265AA64C}" dt="2025-02-24T23:40:49.841" v="43" actId="1076"/>
          <ac:spMkLst>
            <pc:docMk/>
            <pc:sldMk cId="0" sldId="261"/>
            <ac:spMk id="305" creationId="{00000000-0000-0000-0000-000000000000}"/>
          </ac:spMkLst>
        </pc:spChg>
        <pc:spChg chg="mod">
          <ac:chgData name="Enita  Omuvwie" userId="05b7ec2d-1ef5-4e52-82d9-455310839393" providerId="ADAL" clId="{CBBE43BC-7FF3-4F7E-935E-12D7265AA64C}" dt="2025-02-24T23:40:44.707" v="42" actId="1076"/>
          <ac:spMkLst>
            <pc:docMk/>
            <pc:sldMk cId="0" sldId="261"/>
            <ac:spMk id="306" creationId="{00000000-0000-0000-0000-000000000000}"/>
          </ac:spMkLst>
        </pc:spChg>
        <pc:spChg chg="mod">
          <ac:chgData name="Enita  Omuvwie" userId="05b7ec2d-1ef5-4e52-82d9-455310839393" providerId="ADAL" clId="{CBBE43BC-7FF3-4F7E-935E-12D7265AA64C}" dt="2025-02-24T23:40:31.073" v="40" actId="1076"/>
          <ac:spMkLst>
            <pc:docMk/>
            <pc:sldMk cId="0" sldId="261"/>
            <ac:spMk id="307" creationId="{00000000-0000-0000-0000-000000000000}"/>
          </ac:spMkLst>
        </pc:spChg>
        <pc:grpChg chg="mod">
          <ac:chgData name="Enita  Omuvwie" userId="05b7ec2d-1ef5-4e52-82d9-455310839393" providerId="ADAL" clId="{CBBE43BC-7FF3-4F7E-935E-12D7265AA64C}" dt="2025-02-24T23:40:35.435" v="41" actId="1076"/>
          <ac:grpSpMkLst>
            <pc:docMk/>
            <pc:sldMk cId="0" sldId="261"/>
            <ac:grpSpMk id="308" creationId="{00000000-0000-0000-0000-000000000000}"/>
          </ac:grpSpMkLst>
        </pc:grpChg>
      </pc:sldChg>
      <pc:sldChg chg="modSp mod">
        <pc:chgData name="Enita  Omuvwie" userId="05b7ec2d-1ef5-4e52-82d9-455310839393" providerId="ADAL" clId="{CBBE43BC-7FF3-4F7E-935E-12D7265AA64C}" dt="2025-02-23T15:25:17.758" v="0" actId="14100"/>
        <pc:sldMkLst>
          <pc:docMk/>
          <pc:sldMk cId="3314100682" sldId="307"/>
        </pc:sldMkLst>
        <pc:picChg chg="mod">
          <ac:chgData name="Enita  Omuvwie" userId="05b7ec2d-1ef5-4e52-82d9-455310839393" providerId="ADAL" clId="{CBBE43BC-7FF3-4F7E-935E-12D7265AA64C}" dt="2025-02-23T15:25:17.758" v="0" actId="14100"/>
          <ac:picMkLst>
            <pc:docMk/>
            <pc:sldMk cId="3314100682" sldId="307"/>
            <ac:picMk id="16" creationId="{6013559D-8439-766F-F657-00ACAF672B17}"/>
          </ac:picMkLst>
        </pc:picChg>
      </pc:sldChg>
      <pc:sldChg chg="addSp delSp modSp add mod">
        <pc:chgData name="Enita  Omuvwie" userId="05b7ec2d-1ef5-4e52-82d9-455310839393" providerId="ADAL" clId="{CBBE43BC-7FF3-4F7E-935E-12D7265AA64C}" dt="2025-02-23T17:12:11.036" v="38" actId="14100"/>
        <pc:sldMkLst>
          <pc:docMk/>
          <pc:sldMk cId="3182173875" sldId="311"/>
        </pc:sldMkLst>
        <pc:spChg chg="mod">
          <ac:chgData name="Enita  Omuvwie" userId="05b7ec2d-1ef5-4e52-82d9-455310839393" providerId="ADAL" clId="{CBBE43BC-7FF3-4F7E-935E-12D7265AA64C}" dt="2025-02-23T16:50:47.225" v="30" actId="14100"/>
          <ac:spMkLst>
            <pc:docMk/>
            <pc:sldMk cId="3182173875" sldId="311"/>
            <ac:spMk id="5" creationId="{A698A66E-481B-069D-096D-B43A088C9039}"/>
          </ac:spMkLst>
        </pc:spChg>
        <pc:picChg chg="add mod">
          <ac:chgData name="Enita  Omuvwie" userId="05b7ec2d-1ef5-4e52-82d9-455310839393" providerId="ADAL" clId="{CBBE43BC-7FF3-4F7E-935E-12D7265AA64C}" dt="2025-02-23T16:50:03.106" v="5" actId="14100"/>
          <ac:picMkLst>
            <pc:docMk/>
            <pc:sldMk cId="3182173875" sldId="311"/>
            <ac:picMk id="4" creationId="{15050596-2D84-4DF6-D8C1-09DC4AFA17A3}"/>
          </ac:picMkLst>
        </pc:picChg>
        <pc:picChg chg="add mod">
          <ac:chgData name="Enita  Omuvwie" userId="05b7ec2d-1ef5-4e52-82d9-455310839393" providerId="ADAL" clId="{CBBE43BC-7FF3-4F7E-935E-12D7265AA64C}" dt="2025-02-23T17:12:11.036" v="38" actId="14100"/>
          <ac:picMkLst>
            <pc:docMk/>
            <pc:sldMk cId="3182173875" sldId="311"/>
            <ac:picMk id="8" creationId="{964ECEAB-64E3-3CE7-38AD-CC384DD89F3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9CF61F-5BAB-4685-B2D6-04570C8E136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3921865-2E85-4AC7-BED9-124E6E65F05F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Data Ingestion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1BBE5E-5C03-4D01-B26D-9545D7AD52F6}" type="parTrans" cxnId="{0B4DA0ED-6276-41C1-9DFA-E96B844F010C}">
      <dgm:prSet/>
      <dgm:spPr/>
      <dgm:t>
        <a:bodyPr/>
        <a:lstStyle/>
        <a:p>
          <a:endParaRPr lang="en-GB"/>
        </a:p>
      </dgm:t>
    </dgm:pt>
    <dgm:pt modelId="{6CF05C44-2689-4F37-BE20-FF0C7448D7D3}" type="sibTrans" cxnId="{0B4DA0ED-6276-41C1-9DFA-E96B844F010C}">
      <dgm:prSet/>
      <dgm:spPr/>
      <dgm:t>
        <a:bodyPr/>
        <a:lstStyle/>
        <a:p>
          <a:endParaRPr lang="en-GB"/>
        </a:p>
      </dgm:t>
    </dgm:pt>
    <dgm:pt modelId="{AA12824C-9CCD-481E-BA69-83C80FC0E01C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Extract data from SQL databases(Customer, Product and Transaction)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9119F5-A670-477A-9578-D7ABD9B8D324}" type="parTrans" cxnId="{9DCBD1C1-9487-4402-919D-FB84214CE7DA}">
      <dgm:prSet/>
      <dgm:spPr/>
      <dgm:t>
        <a:bodyPr/>
        <a:lstStyle/>
        <a:p>
          <a:endParaRPr lang="en-GB"/>
        </a:p>
      </dgm:t>
    </dgm:pt>
    <dgm:pt modelId="{95DA2A4F-4D5F-4FE1-A8A8-38BDC6D155DC}" type="sibTrans" cxnId="{9DCBD1C1-9487-4402-919D-FB84214CE7DA}">
      <dgm:prSet/>
      <dgm:spPr/>
      <dgm:t>
        <a:bodyPr/>
        <a:lstStyle/>
        <a:p>
          <a:endParaRPr lang="en-GB"/>
        </a:p>
      </dgm:t>
    </dgm:pt>
    <dgm:pt modelId="{BD479F8D-CEF2-43F0-9101-BE610472E733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Removing missing values and standardize data formats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8893FA-1618-4379-A216-09450A6181AE}" type="parTrans" cxnId="{87A8A84F-B455-4974-95AB-E36EA1C5F8DF}">
      <dgm:prSet/>
      <dgm:spPr/>
      <dgm:t>
        <a:bodyPr/>
        <a:lstStyle/>
        <a:p>
          <a:endParaRPr lang="en-GB"/>
        </a:p>
      </dgm:t>
    </dgm:pt>
    <dgm:pt modelId="{4BF8B14F-2D87-439E-8426-DE6153EC8FE4}" type="sibTrans" cxnId="{87A8A84F-B455-4974-95AB-E36EA1C5F8DF}">
      <dgm:prSet/>
      <dgm:spPr/>
      <dgm:t>
        <a:bodyPr/>
        <a:lstStyle/>
        <a:p>
          <a:endParaRPr lang="en-GB"/>
        </a:p>
      </dgm:t>
    </dgm:pt>
    <dgm:pt modelId="{6FDDF813-573F-4B3A-A543-07AC34DCA0DF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Data Exploration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B3DC96-47AC-46CD-AC59-BE5928B7BB0E}" type="parTrans" cxnId="{646660D2-8431-4EE8-9E15-363227E8E6CE}">
      <dgm:prSet/>
      <dgm:spPr/>
      <dgm:t>
        <a:bodyPr/>
        <a:lstStyle/>
        <a:p>
          <a:endParaRPr lang="en-GB"/>
        </a:p>
      </dgm:t>
    </dgm:pt>
    <dgm:pt modelId="{68BE0CED-43DC-4976-B089-F623F570B523}" type="sibTrans" cxnId="{646660D2-8431-4EE8-9E15-363227E8E6CE}">
      <dgm:prSet/>
      <dgm:spPr/>
      <dgm:t>
        <a:bodyPr/>
        <a:lstStyle/>
        <a:p>
          <a:endParaRPr lang="en-GB"/>
        </a:p>
      </dgm:t>
    </dgm:pt>
    <dgm:pt modelId="{989293F2-DA9A-40D9-8E7E-C5178DB63025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summary statistics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7C7A54-FC88-452D-BA06-F20D01220636}" type="parTrans" cxnId="{751565AB-A24E-4085-9CD1-1976FAAB24F3}">
      <dgm:prSet/>
      <dgm:spPr/>
      <dgm:t>
        <a:bodyPr/>
        <a:lstStyle/>
        <a:p>
          <a:endParaRPr lang="en-GB"/>
        </a:p>
      </dgm:t>
    </dgm:pt>
    <dgm:pt modelId="{2E3F0FFB-285D-4A37-A19B-63134A4DE7DF}" type="sibTrans" cxnId="{751565AB-A24E-4085-9CD1-1976FAAB24F3}">
      <dgm:prSet/>
      <dgm:spPr/>
      <dgm:t>
        <a:bodyPr/>
        <a:lstStyle/>
        <a:p>
          <a:endParaRPr lang="en-GB"/>
        </a:p>
      </dgm:t>
    </dgm:pt>
    <dgm:pt modelId="{FCF19B74-53A3-4D0A-AC5F-036B990A1708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Time Dependency Analysis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264B4F-8FE1-44A4-8144-DA3122B02B98}" type="parTrans" cxnId="{C90A36FA-B46E-4873-80C4-5A74CB197535}">
      <dgm:prSet/>
      <dgm:spPr/>
      <dgm:t>
        <a:bodyPr/>
        <a:lstStyle/>
        <a:p>
          <a:endParaRPr lang="en-GB"/>
        </a:p>
      </dgm:t>
    </dgm:pt>
    <dgm:pt modelId="{56F1E9A1-8A5A-4294-A8A6-F1864DB16D7B}" type="sibTrans" cxnId="{C90A36FA-B46E-4873-80C4-5A74CB197535}">
      <dgm:prSet/>
      <dgm:spPr/>
      <dgm:t>
        <a:bodyPr/>
        <a:lstStyle/>
        <a:p>
          <a:endParaRPr lang="en-GB"/>
        </a:p>
      </dgm:t>
    </dgm:pt>
    <dgm:pt modelId="{3294945B-BF27-4126-A968-852D149A7B81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Convert Trnst_Date variable to date using </a:t>
          </a:r>
          <a:r>
            <a:rPr lang="en-US" sz="11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pd.datetime</a:t>
          </a: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C1EABE-0B63-4C23-AB53-6A7661D8074F}" type="parTrans" cxnId="{F9120024-7AEF-4E29-B4BC-57AEB21DAEFF}">
      <dgm:prSet/>
      <dgm:spPr/>
      <dgm:t>
        <a:bodyPr/>
        <a:lstStyle/>
        <a:p>
          <a:endParaRPr lang="en-GB"/>
        </a:p>
      </dgm:t>
    </dgm:pt>
    <dgm:pt modelId="{008A43AA-94B5-4371-AB0F-12F0A349EACD}" type="sibTrans" cxnId="{F9120024-7AEF-4E29-B4BC-57AEB21DAEFF}">
      <dgm:prSet/>
      <dgm:spPr/>
      <dgm:t>
        <a:bodyPr/>
        <a:lstStyle/>
        <a:p>
          <a:endParaRPr lang="en-GB"/>
        </a:p>
      </dgm:t>
    </dgm:pt>
    <dgm:pt modelId="{7C527766-AE8F-40DB-90E3-5160B06ABCC4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Analyze seasonality trends and transaction peak periods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974923-9B9D-42E9-906A-7B403DC5C9EF}" type="parTrans" cxnId="{B348E437-1D14-4476-B0CE-DE8B66F3079A}">
      <dgm:prSet/>
      <dgm:spPr/>
      <dgm:t>
        <a:bodyPr/>
        <a:lstStyle/>
        <a:p>
          <a:endParaRPr lang="en-GB"/>
        </a:p>
      </dgm:t>
    </dgm:pt>
    <dgm:pt modelId="{CC80B2D1-AFA4-4C51-8AF7-E67BD30267B6}" type="sibTrans" cxnId="{B348E437-1D14-4476-B0CE-DE8B66F3079A}">
      <dgm:prSet/>
      <dgm:spPr/>
      <dgm:t>
        <a:bodyPr/>
        <a:lstStyle/>
        <a:p>
          <a:endParaRPr lang="en-GB"/>
        </a:p>
      </dgm:t>
    </dgm:pt>
    <dgm:pt modelId="{961213FE-4751-4293-BB36-5AAD134FDE83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Engineering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4F2C2F-1CFB-4D8C-9D94-69052A1F201C}" type="parTrans" cxnId="{5DD8909A-79E9-46F5-A9C4-9DF6258791D2}">
      <dgm:prSet/>
      <dgm:spPr/>
      <dgm:t>
        <a:bodyPr/>
        <a:lstStyle/>
        <a:p>
          <a:endParaRPr lang="en-GB"/>
        </a:p>
      </dgm:t>
    </dgm:pt>
    <dgm:pt modelId="{806974B5-AD97-4192-85DC-7E1B49438F2C}" type="sibTrans" cxnId="{5DD8909A-79E9-46F5-A9C4-9DF6258791D2}">
      <dgm:prSet/>
      <dgm:spPr/>
      <dgm:t>
        <a:bodyPr/>
        <a:lstStyle/>
        <a:p>
          <a:endParaRPr lang="en-GB"/>
        </a:p>
      </dgm:t>
    </dgm:pt>
    <dgm:pt modelId="{F8710917-D856-48A3-B372-5ECA3C820C6E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Calculate the Total Amount per Transaction (DEPVAR)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BC7D7A-510E-423B-A441-A35CA5D9F1E4}" type="parTrans" cxnId="{4DB69D04-F32D-48D4-B012-B07ADDDF19B8}">
      <dgm:prSet/>
      <dgm:spPr/>
      <dgm:t>
        <a:bodyPr/>
        <a:lstStyle/>
        <a:p>
          <a:endParaRPr lang="en-GB"/>
        </a:p>
      </dgm:t>
    </dgm:pt>
    <dgm:pt modelId="{5F9E3A8C-8B1E-455E-9800-773ED882A7C1}" type="sibTrans" cxnId="{4DB69D04-F32D-48D4-B012-B07ADDDF19B8}">
      <dgm:prSet/>
      <dgm:spPr/>
      <dgm:t>
        <a:bodyPr/>
        <a:lstStyle/>
        <a:p>
          <a:endParaRPr lang="en-GB"/>
        </a:p>
      </dgm:t>
    </dgm:pt>
    <dgm:pt modelId="{11CA2F7B-5565-4E44-B4DC-45A1664D8E51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Define Dependent Variable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59FB57-8F40-429A-B8CD-D88E3DDC9B02}" type="parTrans" cxnId="{5CAACD95-7F34-4D04-B565-14925447A314}">
      <dgm:prSet/>
      <dgm:spPr/>
      <dgm:t>
        <a:bodyPr/>
        <a:lstStyle/>
        <a:p>
          <a:endParaRPr lang="en-GB"/>
        </a:p>
      </dgm:t>
    </dgm:pt>
    <dgm:pt modelId="{0B61AECA-86A0-4BEB-9C2F-B689ABA81623}" type="sibTrans" cxnId="{5CAACD95-7F34-4D04-B565-14925447A314}">
      <dgm:prSet/>
      <dgm:spPr/>
      <dgm:t>
        <a:bodyPr/>
        <a:lstStyle/>
        <a:p>
          <a:endParaRPr lang="en-GB"/>
        </a:p>
      </dgm:t>
    </dgm:pt>
    <dgm:pt modelId="{347A9EB0-E582-4B44-B66A-7985F9049227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Statistical Analysis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900FA6-7BD6-427C-893C-14EFE3FCA182}" type="parTrans" cxnId="{0F01B6E0-CCF1-4A3A-A604-819332918547}">
      <dgm:prSet/>
      <dgm:spPr/>
      <dgm:t>
        <a:bodyPr/>
        <a:lstStyle/>
        <a:p>
          <a:endParaRPr lang="en-GB"/>
        </a:p>
      </dgm:t>
    </dgm:pt>
    <dgm:pt modelId="{8F3FF4AB-32B5-4E4B-ACDD-96AD9C670EE6}" type="sibTrans" cxnId="{0F01B6E0-CCF1-4A3A-A604-819332918547}">
      <dgm:prSet/>
      <dgm:spPr/>
      <dgm:t>
        <a:bodyPr/>
        <a:lstStyle/>
        <a:p>
          <a:endParaRPr lang="en-GB"/>
        </a:p>
      </dgm:t>
    </dgm:pt>
    <dgm:pt modelId="{63D606AC-3BE0-4046-B07C-47372E2D636D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Create product category flags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A1BCC6-DA2B-472F-8DE3-2ADF7B42228F}" type="parTrans" cxnId="{0685984F-8063-4236-8AAD-FD58832DCFD0}">
      <dgm:prSet/>
      <dgm:spPr/>
      <dgm:t>
        <a:bodyPr/>
        <a:lstStyle/>
        <a:p>
          <a:endParaRPr lang="en-GB"/>
        </a:p>
      </dgm:t>
    </dgm:pt>
    <dgm:pt modelId="{A3406008-1CAF-438F-B41C-2DC8415D667B}" type="sibTrans" cxnId="{0685984F-8063-4236-8AAD-FD58832DCFD0}">
      <dgm:prSet/>
      <dgm:spPr/>
      <dgm:t>
        <a:bodyPr/>
        <a:lstStyle/>
        <a:p>
          <a:endParaRPr lang="en-GB"/>
        </a:p>
      </dgm:t>
    </dgm:pt>
    <dgm:pt modelId="{20DBBC1E-6D21-4F25-B6C2-2785D893CCBF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Compute statistics for DEPVAR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3B1089-1069-4EB8-84F2-3C4F57115181}" type="parTrans" cxnId="{7246E254-7052-4C85-BEEE-534D02CF924E}">
      <dgm:prSet/>
      <dgm:spPr/>
      <dgm:t>
        <a:bodyPr/>
        <a:lstStyle/>
        <a:p>
          <a:endParaRPr lang="en-GB"/>
        </a:p>
      </dgm:t>
    </dgm:pt>
    <dgm:pt modelId="{3AE91CF3-D1D7-494D-9C76-49C088E85434}" type="sibTrans" cxnId="{7246E254-7052-4C85-BEEE-534D02CF924E}">
      <dgm:prSet/>
      <dgm:spPr/>
      <dgm:t>
        <a:bodyPr/>
        <a:lstStyle/>
        <a:p>
          <a:endParaRPr lang="en-GB"/>
        </a:p>
      </dgm:t>
    </dgm:pt>
    <dgm:pt modelId="{70750EBD-0268-43CD-AAC4-355F60DCEB64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Load data into Python for further analysis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EFE2CC-6EAC-4765-8833-F9FAECF2C29E}" type="parTrans" cxnId="{F2ABDE46-409E-4CAD-B1AB-0C279A990AD3}">
      <dgm:prSet/>
      <dgm:spPr/>
      <dgm:t>
        <a:bodyPr/>
        <a:lstStyle/>
        <a:p>
          <a:endParaRPr lang="en-GB"/>
        </a:p>
      </dgm:t>
    </dgm:pt>
    <dgm:pt modelId="{D9AD0992-A3EC-47E5-AE87-564C8C574AFA}" type="sibTrans" cxnId="{F2ABDE46-409E-4CAD-B1AB-0C279A990AD3}">
      <dgm:prSet/>
      <dgm:spPr/>
      <dgm:t>
        <a:bodyPr/>
        <a:lstStyle/>
        <a:p>
          <a:endParaRPr lang="en-GB"/>
        </a:p>
      </dgm:t>
    </dgm:pt>
    <dgm:pt modelId="{133BB762-9B58-4345-B674-CD045ED0CCC8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Visualizing variable distributions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218800-3A2B-44CB-B2DF-5D5681DEE9C7}" type="parTrans" cxnId="{ED02D524-4F62-4B05-B9CE-2C4B2ED9753D}">
      <dgm:prSet/>
      <dgm:spPr/>
      <dgm:t>
        <a:bodyPr/>
        <a:lstStyle/>
        <a:p>
          <a:endParaRPr lang="en-GB"/>
        </a:p>
      </dgm:t>
    </dgm:pt>
    <dgm:pt modelId="{0064BCC0-E805-4FB2-8FB2-6BE408B1F974}" type="sibTrans" cxnId="{ED02D524-4F62-4B05-B9CE-2C4B2ED9753D}">
      <dgm:prSet/>
      <dgm:spPr/>
      <dgm:t>
        <a:bodyPr/>
        <a:lstStyle/>
        <a:p>
          <a:endParaRPr lang="en-GB"/>
        </a:p>
      </dgm:t>
    </dgm:pt>
    <dgm:pt modelId="{60DF7C39-65BA-464C-8195-84C3EAA49D64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Identifying data inconsistencies or outliers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4FE059-B82D-499D-830C-12D368E06CFC}" type="parTrans" cxnId="{1525E974-5CC0-4B47-A5C6-4160E2C41FEA}">
      <dgm:prSet/>
      <dgm:spPr/>
      <dgm:t>
        <a:bodyPr/>
        <a:lstStyle/>
        <a:p>
          <a:endParaRPr lang="en-GB"/>
        </a:p>
      </dgm:t>
    </dgm:pt>
    <dgm:pt modelId="{18027079-05F1-4534-BE6E-B999E6F87FEE}" type="sibTrans" cxnId="{1525E974-5CC0-4B47-A5C6-4160E2C41FEA}">
      <dgm:prSet/>
      <dgm:spPr/>
      <dgm:t>
        <a:bodyPr/>
        <a:lstStyle/>
        <a:p>
          <a:endParaRPr lang="en-GB"/>
        </a:p>
      </dgm:t>
    </dgm:pt>
    <dgm:pt modelId="{038C2097-141E-45ED-93D2-A3D625C7E646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Discover transaction patterns over time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05F053-DD96-40C2-8846-01EC0733F2E9}" type="parTrans" cxnId="{A60F3536-D709-47B9-8F07-6F1158B8C64C}">
      <dgm:prSet/>
      <dgm:spPr/>
      <dgm:t>
        <a:bodyPr/>
        <a:lstStyle/>
        <a:p>
          <a:endParaRPr lang="en-GB"/>
        </a:p>
      </dgm:t>
    </dgm:pt>
    <dgm:pt modelId="{01DC8C01-741B-4ECE-94DC-C11098BE8D46}" type="sibTrans" cxnId="{A60F3536-D709-47B9-8F07-6F1158B8C64C}">
      <dgm:prSet/>
      <dgm:spPr/>
      <dgm:t>
        <a:bodyPr/>
        <a:lstStyle/>
        <a:p>
          <a:endParaRPr lang="en-GB"/>
        </a:p>
      </dgm:t>
    </dgm:pt>
    <dgm:pt modelId="{AAEFC4FE-9D0F-49CC-BCFB-A249B9FA323F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Create new variables for RFM analysis and other behavioral features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81AD8E-E6D3-41A0-BD9E-B67C9C565FCB}" type="parTrans" cxnId="{D3AC178B-F85A-445C-80C3-56EBD999DB54}">
      <dgm:prSet/>
      <dgm:spPr/>
      <dgm:t>
        <a:bodyPr/>
        <a:lstStyle/>
        <a:p>
          <a:endParaRPr lang="en-GB"/>
        </a:p>
      </dgm:t>
    </dgm:pt>
    <dgm:pt modelId="{D8816AF3-BA02-4AF8-935F-C4A2668654B8}" type="sibTrans" cxnId="{D3AC178B-F85A-445C-80C3-56EBD999DB54}">
      <dgm:prSet/>
      <dgm:spPr/>
      <dgm:t>
        <a:bodyPr/>
        <a:lstStyle/>
        <a:p>
          <a:endParaRPr lang="en-GB"/>
        </a:p>
      </dgm:t>
    </dgm:pt>
    <dgm:pt modelId="{DADADB8C-1A32-4046-AB1D-C5BB021FED43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Visualize DEPVAR distribution</a:t>
          </a:r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B06399-B2FA-4EE0-B88B-98DE10A0E714}" type="parTrans" cxnId="{CFED7D38-ED2E-4B71-9259-743E776D5225}">
      <dgm:prSet/>
      <dgm:spPr/>
    </dgm:pt>
    <dgm:pt modelId="{8BE5B2C5-A323-4389-817E-0C6CA2000459}" type="sibTrans" cxnId="{CFED7D38-ED2E-4B71-9259-743E776D5225}">
      <dgm:prSet/>
      <dgm:spPr/>
    </dgm:pt>
    <dgm:pt modelId="{CC005D6B-B9FB-44FB-99E5-DC2CAC9D45B3}">
      <dgm:prSet custT="1"/>
      <dgm:spPr/>
      <dgm:t>
        <a:bodyPr/>
        <a:lstStyle/>
        <a:p>
          <a:endParaRPr lang="en-GB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F3CFA3-2DDF-4123-9CB8-77FF1D39C6B6}" type="parTrans" cxnId="{5A7E463B-035F-46E5-B159-3B394A79B4C2}">
      <dgm:prSet/>
      <dgm:spPr/>
    </dgm:pt>
    <dgm:pt modelId="{72A2EEAB-8E3F-47C2-BD40-28B723F589AA}" type="sibTrans" cxnId="{5A7E463B-035F-46E5-B159-3B394A79B4C2}">
      <dgm:prSet/>
      <dgm:spPr/>
    </dgm:pt>
    <dgm:pt modelId="{52E3E04E-E0E8-4C1C-AE6C-DA4832C011C1}" type="pres">
      <dgm:prSet presAssocID="{E89CF61F-5BAB-4685-B2D6-04570C8E1364}" presName="Name0" presStyleCnt="0">
        <dgm:presLayoutVars>
          <dgm:dir/>
          <dgm:animLvl val="lvl"/>
          <dgm:resizeHandles val="exact"/>
        </dgm:presLayoutVars>
      </dgm:prSet>
      <dgm:spPr/>
    </dgm:pt>
    <dgm:pt modelId="{514CDCB7-2F0C-42F0-9407-498D2ACB06AF}" type="pres">
      <dgm:prSet presAssocID="{73921865-2E85-4AC7-BED9-124E6E65F05F}" presName="linNode" presStyleCnt="0"/>
      <dgm:spPr/>
    </dgm:pt>
    <dgm:pt modelId="{DE0F4ED2-3ECA-4B33-BE8C-2284B51D196B}" type="pres">
      <dgm:prSet presAssocID="{73921865-2E85-4AC7-BED9-124E6E65F05F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DC8D8E29-D5F3-49D4-8702-440D26462B1C}" type="pres">
      <dgm:prSet presAssocID="{73921865-2E85-4AC7-BED9-124E6E65F05F}" presName="descendantText" presStyleLbl="alignAccFollowNode1" presStyleIdx="0" presStyleCnt="6">
        <dgm:presLayoutVars>
          <dgm:bulletEnabled val="1"/>
        </dgm:presLayoutVars>
      </dgm:prSet>
      <dgm:spPr/>
    </dgm:pt>
    <dgm:pt modelId="{FAEFC74C-9C9C-4AFF-8457-CCA97AC2CB2E}" type="pres">
      <dgm:prSet presAssocID="{6CF05C44-2689-4F37-BE20-FF0C7448D7D3}" presName="sp" presStyleCnt="0"/>
      <dgm:spPr/>
    </dgm:pt>
    <dgm:pt modelId="{8C272E33-EB35-437C-8464-085C5CB3623E}" type="pres">
      <dgm:prSet presAssocID="{6FDDF813-573F-4B3A-A543-07AC34DCA0DF}" presName="linNode" presStyleCnt="0"/>
      <dgm:spPr/>
    </dgm:pt>
    <dgm:pt modelId="{32B03949-71A7-41FD-A1D1-51AC779B419A}" type="pres">
      <dgm:prSet presAssocID="{6FDDF813-573F-4B3A-A543-07AC34DCA0DF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BF0B1394-8EAD-48E4-B4AF-150E81FE2762}" type="pres">
      <dgm:prSet presAssocID="{6FDDF813-573F-4B3A-A543-07AC34DCA0DF}" presName="descendantText" presStyleLbl="alignAccFollowNode1" presStyleIdx="1" presStyleCnt="6" custScaleY="102810">
        <dgm:presLayoutVars>
          <dgm:bulletEnabled val="1"/>
        </dgm:presLayoutVars>
      </dgm:prSet>
      <dgm:spPr/>
    </dgm:pt>
    <dgm:pt modelId="{88D275B8-9E58-483D-8BFB-874ED1EB6458}" type="pres">
      <dgm:prSet presAssocID="{68BE0CED-43DC-4976-B089-F623F570B523}" presName="sp" presStyleCnt="0"/>
      <dgm:spPr/>
    </dgm:pt>
    <dgm:pt modelId="{D9EE7AA7-A0DB-483A-B604-5EA3BAE7BFDF}" type="pres">
      <dgm:prSet presAssocID="{FCF19B74-53A3-4D0A-AC5F-036B990A1708}" presName="linNode" presStyleCnt="0"/>
      <dgm:spPr/>
    </dgm:pt>
    <dgm:pt modelId="{05D9E159-2F01-4450-9ECA-63C2FDFBE01E}" type="pres">
      <dgm:prSet presAssocID="{FCF19B74-53A3-4D0A-AC5F-036B990A170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69E1FE1F-A707-4E41-8852-C219E16B76D7}" type="pres">
      <dgm:prSet presAssocID="{FCF19B74-53A3-4D0A-AC5F-036B990A1708}" presName="descendantText" presStyleLbl="alignAccFollowNode1" presStyleIdx="2" presStyleCnt="6">
        <dgm:presLayoutVars>
          <dgm:bulletEnabled val="1"/>
        </dgm:presLayoutVars>
      </dgm:prSet>
      <dgm:spPr/>
    </dgm:pt>
    <dgm:pt modelId="{53B84240-7FBD-4D47-B4B6-91DA80C46F74}" type="pres">
      <dgm:prSet presAssocID="{56F1E9A1-8A5A-4294-A8A6-F1864DB16D7B}" presName="sp" presStyleCnt="0"/>
      <dgm:spPr/>
    </dgm:pt>
    <dgm:pt modelId="{3A65DB1F-6918-4137-B382-CD00239B6BA7}" type="pres">
      <dgm:prSet presAssocID="{961213FE-4751-4293-BB36-5AAD134FDE83}" presName="linNode" presStyleCnt="0"/>
      <dgm:spPr/>
    </dgm:pt>
    <dgm:pt modelId="{3EA933BA-6AC3-4A82-AD9C-0BE469647B5C}" type="pres">
      <dgm:prSet presAssocID="{961213FE-4751-4293-BB36-5AAD134FDE83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3FA0FE3B-4FEF-4661-9CAA-43E9D7D0CA19}" type="pres">
      <dgm:prSet presAssocID="{961213FE-4751-4293-BB36-5AAD134FDE83}" presName="descendantText" presStyleLbl="alignAccFollowNode1" presStyleIdx="3" presStyleCnt="6">
        <dgm:presLayoutVars>
          <dgm:bulletEnabled val="1"/>
        </dgm:presLayoutVars>
      </dgm:prSet>
      <dgm:spPr/>
    </dgm:pt>
    <dgm:pt modelId="{789F7B0B-6DA0-4AA0-B238-04198CAE2C02}" type="pres">
      <dgm:prSet presAssocID="{806974B5-AD97-4192-85DC-7E1B49438F2C}" presName="sp" presStyleCnt="0"/>
      <dgm:spPr/>
    </dgm:pt>
    <dgm:pt modelId="{88D077A9-02C9-47A2-9500-90FFE96E0366}" type="pres">
      <dgm:prSet presAssocID="{11CA2F7B-5565-4E44-B4DC-45A1664D8E51}" presName="linNode" presStyleCnt="0"/>
      <dgm:spPr/>
    </dgm:pt>
    <dgm:pt modelId="{0E350E42-D7EE-4E53-AB01-154EE7E58551}" type="pres">
      <dgm:prSet presAssocID="{11CA2F7B-5565-4E44-B4DC-45A1664D8E5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B3F1E08-1CE4-4C04-87DA-7A7E2EBB4A9B}" type="pres">
      <dgm:prSet presAssocID="{11CA2F7B-5565-4E44-B4DC-45A1664D8E51}" presName="descendantText" presStyleLbl="alignAccFollowNode1" presStyleIdx="4" presStyleCnt="6">
        <dgm:presLayoutVars>
          <dgm:bulletEnabled val="1"/>
        </dgm:presLayoutVars>
      </dgm:prSet>
      <dgm:spPr/>
    </dgm:pt>
    <dgm:pt modelId="{D1E017A5-7CE6-4131-A99A-E970B034D2A2}" type="pres">
      <dgm:prSet presAssocID="{0B61AECA-86A0-4BEB-9C2F-B689ABA81623}" presName="sp" presStyleCnt="0"/>
      <dgm:spPr/>
    </dgm:pt>
    <dgm:pt modelId="{CD6B2A4F-9717-467A-BAA9-D6FAC719524C}" type="pres">
      <dgm:prSet presAssocID="{347A9EB0-E582-4B44-B66A-7985F9049227}" presName="linNode" presStyleCnt="0"/>
      <dgm:spPr/>
    </dgm:pt>
    <dgm:pt modelId="{7B50FBD2-F911-4877-9CD6-138CAEA1A620}" type="pres">
      <dgm:prSet presAssocID="{347A9EB0-E582-4B44-B66A-7985F9049227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D0A2E0E3-BE8B-4FA5-A565-F3360E7644AD}" type="pres">
      <dgm:prSet presAssocID="{347A9EB0-E582-4B44-B66A-7985F9049227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4DB69D04-F32D-48D4-B012-B07ADDDF19B8}" srcId="{11CA2F7B-5565-4E44-B4DC-45A1664D8E51}" destId="{F8710917-D856-48A3-B372-5ECA3C820C6E}" srcOrd="0" destOrd="0" parTransId="{3CBC7D7A-510E-423B-A441-A35CA5D9F1E4}" sibTransId="{5F9E3A8C-8B1E-455E-9800-773ED882A7C1}"/>
    <dgm:cxn modelId="{EF51F706-AF61-4680-9A57-5065DBED6AA0}" type="presOf" srcId="{60DF7C39-65BA-464C-8195-84C3EAA49D64}" destId="{BF0B1394-8EAD-48E4-B4AF-150E81FE2762}" srcOrd="0" destOrd="2" presId="urn:microsoft.com/office/officeart/2005/8/layout/vList5"/>
    <dgm:cxn modelId="{F9120024-7AEF-4E29-B4BC-57AEB21DAEFF}" srcId="{FCF19B74-53A3-4D0A-AC5F-036B990A1708}" destId="{3294945B-BF27-4126-A968-852D149A7B81}" srcOrd="0" destOrd="0" parTransId="{E8C1EABE-0B63-4C23-AB53-6A7661D8074F}" sibTransId="{008A43AA-94B5-4371-AB0F-12F0A349EACD}"/>
    <dgm:cxn modelId="{ED02D524-4F62-4B05-B9CE-2C4B2ED9753D}" srcId="{6FDDF813-573F-4B3A-A543-07AC34DCA0DF}" destId="{133BB762-9B58-4345-B674-CD045ED0CCC8}" srcOrd="1" destOrd="0" parTransId="{F6218800-3A2B-44CB-B2DF-5D5681DEE9C7}" sibTransId="{0064BCC0-E805-4FB2-8FB2-6BE408B1F974}"/>
    <dgm:cxn modelId="{C522D728-4FB4-4342-BF3D-B9BD166AF5FC}" type="presOf" srcId="{347A9EB0-E582-4B44-B66A-7985F9049227}" destId="{7B50FBD2-F911-4877-9CD6-138CAEA1A620}" srcOrd="0" destOrd="0" presId="urn:microsoft.com/office/officeart/2005/8/layout/vList5"/>
    <dgm:cxn modelId="{B4D24930-3BFE-42D7-A754-95BA2EEAF27B}" type="presOf" srcId="{CC005D6B-B9FB-44FB-99E5-DC2CAC9D45B3}" destId="{D0A2E0E3-BE8B-4FA5-A565-F3360E7644AD}" srcOrd="0" destOrd="1" presId="urn:microsoft.com/office/officeart/2005/8/layout/vList5"/>
    <dgm:cxn modelId="{A60F3536-D709-47B9-8F07-6F1158B8C64C}" srcId="{FCF19B74-53A3-4D0A-AC5F-036B990A1708}" destId="{038C2097-141E-45ED-93D2-A3D625C7E646}" srcOrd="2" destOrd="0" parTransId="{E005F053-DD96-40C2-8846-01EC0733F2E9}" sibTransId="{01DC8C01-741B-4ECE-94DC-C11098BE8D46}"/>
    <dgm:cxn modelId="{B348E437-1D14-4476-B0CE-DE8B66F3079A}" srcId="{FCF19B74-53A3-4D0A-AC5F-036B990A1708}" destId="{7C527766-AE8F-40DB-90E3-5160B06ABCC4}" srcOrd="1" destOrd="0" parTransId="{50974923-9B9D-42E9-906A-7B403DC5C9EF}" sibTransId="{CC80B2D1-AFA4-4C51-8AF7-E67BD30267B6}"/>
    <dgm:cxn modelId="{CFED7D38-ED2E-4B71-9259-743E776D5225}" srcId="{11CA2F7B-5565-4E44-B4DC-45A1664D8E51}" destId="{DADADB8C-1A32-4046-AB1D-C5BB021FED43}" srcOrd="1" destOrd="0" parTransId="{EDB06399-B2FA-4EE0-B88B-98DE10A0E714}" sibTransId="{8BE5B2C5-A323-4389-817E-0C6CA2000459}"/>
    <dgm:cxn modelId="{36160E3B-921A-47CE-9ED1-D086A7BB63A1}" type="presOf" srcId="{7C527766-AE8F-40DB-90E3-5160B06ABCC4}" destId="{69E1FE1F-A707-4E41-8852-C219E16B76D7}" srcOrd="0" destOrd="1" presId="urn:microsoft.com/office/officeart/2005/8/layout/vList5"/>
    <dgm:cxn modelId="{5A7E463B-035F-46E5-B159-3B394A79B4C2}" srcId="{347A9EB0-E582-4B44-B66A-7985F9049227}" destId="{CC005D6B-B9FB-44FB-99E5-DC2CAC9D45B3}" srcOrd="1" destOrd="0" parTransId="{7FF3CFA3-2DDF-4123-9CB8-77FF1D39C6B6}" sibTransId="{72A2EEAB-8E3F-47C2-BD40-28B723F589AA}"/>
    <dgm:cxn modelId="{726CDF3C-2834-4F64-A3FF-54BCABF49FF9}" type="presOf" srcId="{11CA2F7B-5565-4E44-B4DC-45A1664D8E51}" destId="{0E350E42-D7EE-4E53-AB01-154EE7E58551}" srcOrd="0" destOrd="0" presId="urn:microsoft.com/office/officeart/2005/8/layout/vList5"/>
    <dgm:cxn modelId="{224A4F41-9902-46B1-B2F0-8D35AFE1EED0}" type="presOf" srcId="{F8710917-D856-48A3-B372-5ECA3C820C6E}" destId="{DB3F1E08-1CE4-4C04-87DA-7A7E2EBB4A9B}" srcOrd="0" destOrd="0" presId="urn:microsoft.com/office/officeart/2005/8/layout/vList5"/>
    <dgm:cxn modelId="{1C79D263-D3C5-4972-BFA6-E2175576C95F}" type="presOf" srcId="{133BB762-9B58-4345-B674-CD045ED0CCC8}" destId="{BF0B1394-8EAD-48E4-B4AF-150E81FE2762}" srcOrd="0" destOrd="1" presId="urn:microsoft.com/office/officeart/2005/8/layout/vList5"/>
    <dgm:cxn modelId="{F2ABDE46-409E-4CAD-B1AB-0C279A990AD3}" srcId="{73921865-2E85-4AC7-BED9-124E6E65F05F}" destId="{70750EBD-0268-43CD-AAC4-355F60DCEB64}" srcOrd="2" destOrd="0" parTransId="{F3EFE2CC-6EAC-4765-8833-F9FAECF2C29E}" sibTransId="{D9AD0992-A3EC-47E5-AE87-564C8C574AFA}"/>
    <dgm:cxn modelId="{ED42EE69-01E6-4D91-BBAF-E555AC4804ED}" type="presOf" srcId="{73921865-2E85-4AC7-BED9-124E6E65F05F}" destId="{DE0F4ED2-3ECA-4B33-BE8C-2284B51D196B}" srcOrd="0" destOrd="0" presId="urn:microsoft.com/office/officeart/2005/8/layout/vList5"/>
    <dgm:cxn modelId="{0685984F-8063-4236-8AAD-FD58832DCFD0}" srcId="{961213FE-4751-4293-BB36-5AAD134FDE83}" destId="{63D606AC-3BE0-4046-B07C-47372E2D636D}" srcOrd="0" destOrd="0" parTransId="{97A1BCC6-DA2B-472F-8DE3-2ADF7B42228F}" sibTransId="{A3406008-1CAF-438F-B41C-2DC8415D667B}"/>
    <dgm:cxn modelId="{87A8A84F-B455-4974-95AB-E36EA1C5F8DF}" srcId="{73921865-2E85-4AC7-BED9-124E6E65F05F}" destId="{BD479F8D-CEF2-43F0-9101-BE610472E733}" srcOrd="1" destOrd="0" parTransId="{EF8893FA-1618-4379-A216-09450A6181AE}" sibTransId="{4BF8B14F-2D87-439E-8426-DE6153EC8FE4}"/>
    <dgm:cxn modelId="{C39DF650-BB49-4ECD-B452-D62704BDA795}" type="presOf" srcId="{AA12824C-9CCD-481E-BA69-83C80FC0E01C}" destId="{DC8D8E29-D5F3-49D4-8702-440D26462B1C}" srcOrd="0" destOrd="0" presId="urn:microsoft.com/office/officeart/2005/8/layout/vList5"/>
    <dgm:cxn modelId="{7246E254-7052-4C85-BEEE-534D02CF924E}" srcId="{347A9EB0-E582-4B44-B66A-7985F9049227}" destId="{20DBBC1E-6D21-4F25-B6C2-2785D893CCBF}" srcOrd="0" destOrd="0" parTransId="{9C3B1089-1069-4EB8-84F2-3C4F57115181}" sibTransId="{3AE91CF3-D1D7-494D-9C76-49C088E85434}"/>
    <dgm:cxn modelId="{1525E974-5CC0-4B47-A5C6-4160E2C41FEA}" srcId="{6FDDF813-573F-4B3A-A543-07AC34DCA0DF}" destId="{60DF7C39-65BA-464C-8195-84C3EAA49D64}" srcOrd="2" destOrd="0" parTransId="{F74FE059-B82D-499D-830C-12D368E06CFC}" sibTransId="{18027079-05F1-4534-BE6E-B999E6F87FEE}"/>
    <dgm:cxn modelId="{D3AC178B-F85A-445C-80C3-56EBD999DB54}" srcId="{961213FE-4751-4293-BB36-5AAD134FDE83}" destId="{AAEFC4FE-9D0F-49CC-BCFB-A249B9FA323F}" srcOrd="1" destOrd="0" parTransId="{A881AD8E-E6D3-41A0-BD9E-B67C9C565FCB}" sibTransId="{D8816AF3-BA02-4AF8-935F-C4A2668654B8}"/>
    <dgm:cxn modelId="{43F6A88C-12F5-4208-AA0B-A50F5D260A89}" type="presOf" srcId="{038C2097-141E-45ED-93D2-A3D625C7E646}" destId="{69E1FE1F-A707-4E41-8852-C219E16B76D7}" srcOrd="0" destOrd="2" presId="urn:microsoft.com/office/officeart/2005/8/layout/vList5"/>
    <dgm:cxn modelId="{5CAACD95-7F34-4D04-B565-14925447A314}" srcId="{E89CF61F-5BAB-4685-B2D6-04570C8E1364}" destId="{11CA2F7B-5565-4E44-B4DC-45A1664D8E51}" srcOrd="4" destOrd="0" parTransId="{9159FB57-8F40-429A-B8CD-D88E3DDC9B02}" sibTransId="{0B61AECA-86A0-4BEB-9C2F-B689ABA81623}"/>
    <dgm:cxn modelId="{5DD8909A-79E9-46F5-A9C4-9DF6258791D2}" srcId="{E89CF61F-5BAB-4685-B2D6-04570C8E1364}" destId="{961213FE-4751-4293-BB36-5AAD134FDE83}" srcOrd="3" destOrd="0" parTransId="{A84F2C2F-1CFB-4D8C-9D94-69052A1F201C}" sibTransId="{806974B5-AD97-4192-85DC-7E1B49438F2C}"/>
    <dgm:cxn modelId="{DAC2189F-5266-44D4-90B3-CECEF57A861A}" type="presOf" srcId="{DADADB8C-1A32-4046-AB1D-C5BB021FED43}" destId="{DB3F1E08-1CE4-4C04-87DA-7A7E2EBB4A9B}" srcOrd="0" destOrd="1" presId="urn:microsoft.com/office/officeart/2005/8/layout/vList5"/>
    <dgm:cxn modelId="{416B55A0-EA62-4B92-AD80-B300EBE692EC}" type="presOf" srcId="{BD479F8D-CEF2-43F0-9101-BE610472E733}" destId="{DC8D8E29-D5F3-49D4-8702-440D26462B1C}" srcOrd="0" destOrd="1" presId="urn:microsoft.com/office/officeart/2005/8/layout/vList5"/>
    <dgm:cxn modelId="{C1962EA1-BB26-49AD-A882-6AF3862667EA}" type="presOf" srcId="{20DBBC1E-6D21-4F25-B6C2-2785D893CCBF}" destId="{D0A2E0E3-BE8B-4FA5-A565-F3360E7644AD}" srcOrd="0" destOrd="0" presId="urn:microsoft.com/office/officeart/2005/8/layout/vList5"/>
    <dgm:cxn modelId="{751565AB-A24E-4085-9CD1-1976FAAB24F3}" srcId="{6FDDF813-573F-4B3A-A543-07AC34DCA0DF}" destId="{989293F2-DA9A-40D9-8E7E-C5178DB63025}" srcOrd="0" destOrd="0" parTransId="{6F7C7A54-FC88-452D-BA06-F20D01220636}" sibTransId="{2E3F0FFB-285D-4A37-A19B-63134A4DE7DF}"/>
    <dgm:cxn modelId="{3D2A8DB4-C500-4839-BE0B-DC90B9BF72F4}" type="presOf" srcId="{989293F2-DA9A-40D9-8E7E-C5178DB63025}" destId="{BF0B1394-8EAD-48E4-B4AF-150E81FE2762}" srcOrd="0" destOrd="0" presId="urn:microsoft.com/office/officeart/2005/8/layout/vList5"/>
    <dgm:cxn modelId="{7F44CCB7-91DF-4A04-A7C3-77D2F5CC5475}" type="presOf" srcId="{63D606AC-3BE0-4046-B07C-47372E2D636D}" destId="{3FA0FE3B-4FEF-4661-9CAA-43E9D7D0CA19}" srcOrd="0" destOrd="0" presId="urn:microsoft.com/office/officeart/2005/8/layout/vList5"/>
    <dgm:cxn modelId="{F7F886C1-2524-40F3-AD5F-3F8BF8182AE0}" type="presOf" srcId="{E89CF61F-5BAB-4685-B2D6-04570C8E1364}" destId="{52E3E04E-E0E8-4C1C-AE6C-DA4832C011C1}" srcOrd="0" destOrd="0" presId="urn:microsoft.com/office/officeart/2005/8/layout/vList5"/>
    <dgm:cxn modelId="{9DCBD1C1-9487-4402-919D-FB84214CE7DA}" srcId="{73921865-2E85-4AC7-BED9-124E6E65F05F}" destId="{AA12824C-9CCD-481E-BA69-83C80FC0E01C}" srcOrd="0" destOrd="0" parTransId="{829119F5-A670-477A-9578-D7ABD9B8D324}" sibTransId="{95DA2A4F-4D5F-4FE1-A8A8-38BDC6D155DC}"/>
    <dgm:cxn modelId="{646660D2-8431-4EE8-9E15-363227E8E6CE}" srcId="{E89CF61F-5BAB-4685-B2D6-04570C8E1364}" destId="{6FDDF813-573F-4B3A-A543-07AC34DCA0DF}" srcOrd="1" destOrd="0" parTransId="{61B3DC96-47AC-46CD-AC59-BE5928B7BB0E}" sibTransId="{68BE0CED-43DC-4976-B089-F623F570B523}"/>
    <dgm:cxn modelId="{45C388DF-1FDC-4565-BCAC-9606BF0B8B96}" type="presOf" srcId="{70750EBD-0268-43CD-AAC4-355F60DCEB64}" destId="{DC8D8E29-D5F3-49D4-8702-440D26462B1C}" srcOrd="0" destOrd="2" presId="urn:microsoft.com/office/officeart/2005/8/layout/vList5"/>
    <dgm:cxn modelId="{57BD04E0-2F37-44F1-B7B6-A9E5D4535950}" type="presOf" srcId="{AAEFC4FE-9D0F-49CC-BCFB-A249B9FA323F}" destId="{3FA0FE3B-4FEF-4661-9CAA-43E9D7D0CA19}" srcOrd="0" destOrd="1" presId="urn:microsoft.com/office/officeart/2005/8/layout/vList5"/>
    <dgm:cxn modelId="{0F01B6E0-CCF1-4A3A-A604-819332918547}" srcId="{E89CF61F-5BAB-4685-B2D6-04570C8E1364}" destId="{347A9EB0-E582-4B44-B66A-7985F9049227}" srcOrd="5" destOrd="0" parTransId="{38900FA6-7BD6-427C-893C-14EFE3FCA182}" sibTransId="{8F3FF4AB-32B5-4E4B-ACDD-96AD9C670EE6}"/>
    <dgm:cxn modelId="{D94EE6E2-D118-45A1-8507-4D54ABDE0B39}" type="presOf" srcId="{FCF19B74-53A3-4D0A-AC5F-036B990A1708}" destId="{05D9E159-2F01-4450-9ECA-63C2FDFBE01E}" srcOrd="0" destOrd="0" presId="urn:microsoft.com/office/officeart/2005/8/layout/vList5"/>
    <dgm:cxn modelId="{0B4DA0ED-6276-41C1-9DFA-E96B844F010C}" srcId="{E89CF61F-5BAB-4685-B2D6-04570C8E1364}" destId="{73921865-2E85-4AC7-BED9-124E6E65F05F}" srcOrd="0" destOrd="0" parTransId="{131BBE5E-5C03-4D01-B26D-9545D7AD52F6}" sibTransId="{6CF05C44-2689-4F37-BE20-FF0C7448D7D3}"/>
    <dgm:cxn modelId="{DED427F2-76C9-46CB-852A-2A1348B35084}" type="presOf" srcId="{3294945B-BF27-4126-A968-852D149A7B81}" destId="{69E1FE1F-A707-4E41-8852-C219E16B76D7}" srcOrd="0" destOrd="0" presId="urn:microsoft.com/office/officeart/2005/8/layout/vList5"/>
    <dgm:cxn modelId="{567A49F4-A7D7-40F4-84EC-425240C2D30E}" type="presOf" srcId="{961213FE-4751-4293-BB36-5AAD134FDE83}" destId="{3EA933BA-6AC3-4A82-AD9C-0BE469647B5C}" srcOrd="0" destOrd="0" presId="urn:microsoft.com/office/officeart/2005/8/layout/vList5"/>
    <dgm:cxn modelId="{C90A36FA-B46E-4873-80C4-5A74CB197535}" srcId="{E89CF61F-5BAB-4685-B2D6-04570C8E1364}" destId="{FCF19B74-53A3-4D0A-AC5F-036B990A1708}" srcOrd="2" destOrd="0" parTransId="{6C264B4F-8FE1-44A4-8144-DA3122B02B98}" sibTransId="{56F1E9A1-8A5A-4294-A8A6-F1864DB16D7B}"/>
    <dgm:cxn modelId="{DACF9DFA-D518-4579-AD34-61B0D27D8559}" type="presOf" srcId="{6FDDF813-573F-4B3A-A543-07AC34DCA0DF}" destId="{32B03949-71A7-41FD-A1D1-51AC779B419A}" srcOrd="0" destOrd="0" presId="urn:microsoft.com/office/officeart/2005/8/layout/vList5"/>
    <dgm:cxn modelId="{B74FE2FF-79F4-402B-BF37-CE455451C9D1}" type="presParOf" srcId="{52E3E04E-E0E8-4C1C-AE6C-DA4832C011C1}" destId="{514CDCB7-2F0C-42F0-9407-498D2ACB06AF}" srcOrd="0" destOrd="0" presId="urn:microsoft.com/office/officeart/2005/8/layout/vList5"/>
    <dgm:cxn modelId="{FFACFCA6-4E7D-477D-96E9-65290567C34A}" type="presParOf" srcId="{514CDCB7-2F0C-42F0-9407-498D2ACB06AF}" destId="{DE0F4ED2-3ECA-4B33-BE8C-2284B51D196B}" srcOrd="0" destOrd="0" presId="urn:microsoft.com/office/officeart/2005/8/layout/vList5"/>
    <dgm:cxn modelId="{5E7E6A60-A261-4EA6-B0C0-31EAE2ECD653}" type="presParOf" srcId="{514CDCB7-2F0C-42F0-9407-498D2ACB06AF}" destId="{DC8D8E29-D5F3-49D4-8702-440D26462B1C}" srcOrd="1" destOrd="0" presId="urn:microsoft.com/office/officeart/2005/8/layout/vList5"/>
    <dgm:cxn modelId="{45409A58-E985-45DC-94BA-E8A624E3A647}" type="presParOf" srcId="{52E3E04E-E0E8-4C1C-AE6C-DA4832C011C1}" destId="{FAEFC74C-9C9C-4AFF-8457-CCA97AC2CB2E}" srcOrd="1" destOrd="0" presId="urn:microsoft.com/office/officeart/2005/8/layout/vList5"/>
    <dgm:cxn modelId="{77FCF913-0525-40D0-B9E7-CF4621220767}" type="presParOf" srcId="{52E3E04E-E0E8-4C1C-AE6C-DA4832C011C1}" destId="{8C272E33-EB35-437C-8464-085C5CB3623E}" srcOrd="2" destOrd="0" presId="urn:microsoft.com/office/officeart/2005/8/layout/vList5"/>
    <dgm:cxn modelId="{DB06F614-C54C-44D7-B838-6695DAB98473}" type="presParOf" srcId="{8C272E33-EB35-437C-8464-085C5CB3623E}" destId="{32B03949-71A7-41FD-A1D1-51AC779B419A}" srcOrd="0" destOrd="0" presId="urn:microsoft.com/office/officeart/2005/8/layout/vList5"/>
    <dgm:cxn modelId="{EA61031E-F583-4C38-8809-8F47B9DEF367}" type="presParOf" srcId="{8C272E33-EB35-437C-8464-085C5CB3623E}" destId="{BF0B1394-8EAD-48E4-B4AF-150E81FE2762}" srcOrd="1" destOrd="0" presId="urn:microsoft.com/office/officeart/2005/8/layout/vList5"/>
    <dgm:cxn modelId="{0E55E2FA-C639-441D-9FFC-4F2A90DAFE34}" type="presParOf" srcId="{52E3E04E-E0E8-4C1C-AE6C-DA4832C011C1}" destId="{88D275B8-9E58-483D-8BFB-874ED1EB6458}" srcOrd="3" destOrd="0" presId="urn:microsoft.com/office/officeart/2005/8/layout/vList5"/>
    <dgm:cxn modelId="{69ADBACE-5EE1-486F-BDBC-0413B28FF833}" type="presParOf" srcId="{52E3E04E-E0E8-4C1C-AE6C-DA4832C011C1}" destId="{D9EE7AA7-A0DB-483A-B604-5EA3BAE7BFDF}" srcOrd="4" destOrd="0" presId="urn:microsoft.com/office/officeart/2005/8/layout/vList5"/>
    <dgm:cxn modelId="{8DF604E2-4799-4DD9-97ED-4EE4FC954AC2}" type="presParOf" srcId="{D9EE7AA7-A0DB-483A-B604-5EA3BAE7BFDF}" destId="{05D9E159-2F01-4450-9ECA-63C2FDFBE01E}" srcOrd="0" destOrd="0" presId="urn:microsoft.com/office/officeart/2005/8/layout/vList5"/>
    <dgm:cxn modelId="{FAE41CD8-4D93-4B78-A1D1-35CC7B960800}" type="presParOf" srcId="{D9EE7AA7-A0DB-483A-B604-5EA3BAE7BFDF}" destId="{69E1FE1F-A707-4E41-8852-C219E16B76D7}" srcOrd="1" destOrd="0" presId="urn:microsoft.com/office/officeart/2005/8/layout/vList5"/>
    <dgm:cxn modelId="{B41ADDAC-9A67-4CA0-8693-D5A087C6276E}" type="presParOf" srcId="{52E3E04E-E0E8-4C1C-AE6C-DA4832C011C1}" destId="{53B84240-7FBD-4D47-B4B6-91DA80C46F74}" srcOrd="5" destOrd="0" presId="urn:microsoft.com/office/officeart/2005/8/layout/vList5"/>
    <dgm:cxn modelId="{F79DA169-139E-40D4-9B98-6B7935CB2AF7}" type="presParOf" srcId="{52E3E04E-E0E8-4C1C-AE6C-DA4832C011C1}" destId="{3A65DB1F-6918-4137-B382-CD00239B6BA7}" srcOrd="6" destOrd="0" presId="urn:microsoft.com/office/officeart/2005/8/layout/vList5"/>
    <dgm:cxn modelId="{AFEC326E-4A5A-4AA9-AB22-2B5641DBC175}" type="presParOf" srcId="{3A65DB1F-6918-4137-B382-CD00239B6BA7}" destId="{3EA933BA-6AC3-4A82-AD9C-0BE469647B5C}" srcOrd="0" destOrd="0" presId="urn:microsoft.com/office/officeart/2005/8/layout/vList5"/>
    <dgm:cxn modelId="{BDDB4A55-E62E-4F7A-B537-BE5F81A4F29B}" type="presParOf" srcId="{3A65DB1F-6918-4137-B382-CD00239B6BA7}" destId="{3FA0FE3B-4FEF-4661-9CAA-43E9D7D0CA19}" srcOrd="1" destOrd="0" presId="urn:microsoft.com/office/officeart/2005/8/layout/vList5"/>
    <dgm:cxn modelId="{61FCD75D-19C6-4F87-B8CF-6ADC3B069FB4}" type="presParOf" srcId="{52E3E04E-E0E8-4C1C-AE6C-DA4832C011C1}" destId="{789F7B0B-6DA0-4AA0-B238-04198CAE2C02}" srcOrd="7" destOrd="0" presId="urn:microsoft.com/office/officeart/2005/8/layout/vList5"/>
    <dgm:cxn modelId="{0D9E96A4-178A-4159-A717-66717FB6769F}" type="presParOf" srcId="{52E3E04E-E0E8-4C1C-AE6C-DA4832C011C1}" destId="{88D077A9-02C9-47A2-9500-90FFE96E0366}" srcOrd="8" destOrd="0" presId="urn:microsoft.com/office/officeart/2005/8/layout/vList5"/>
    <dgm:cxn modelId="{89B945F0-4E6F-4CA4-9A70-AAEBD9E7611A}" type="presParOf" srcId="{88D077A9-02C9-47A2-9500-90FFE96E0366}" destId="{0E350E42-D7EE-4E53-AB01-154EE7E58551}" srcOrd="0" destOrd="0" presId="urn:microsoft.com/office/officeart/2005/8/layout/vList5"/>
    <dgm:cxn modelId="{ED0F3105-DF31-414A-915E-765610B44671}" type="presParOf" srcId="{88D077A9-02C9-47A2-9500-90FFE96E0366}" destId="{DB3F1E08-1CE4-4C04-87DA-7A7E2EBB4A9B}" srcOrd="1" destOrd="0" presId="urn:microsoft.com/office/officeart/2005/8/layout/vList5"/>
    <dgm:cxn modelId="{2325B522-70C6-441F-B353-E2646E1D7843}" type="presParOf" srcId="{52E3E04E-E0E8-4C1C-AE6C-DA4832C011C1}" destId="{D1E017A5-7CE6-4131-A99A-E970B034D2A2}" srcOrd="9" destOrd="0" presId="urn:microsoft.com/office/officeart/2005/8/layout/vList5"/>
    <dgm:cxn modelId="{100AB1A1-530C-43D7-8D1B-2925A956F93A}" type="presParOf" srcId="{52E3E04E-E0E8-4C1C-AE6C-DA4832C011C1}" destId="{CD6B2A4F-9717-467A-BAA9-D6FAC719524C}" srcOrd="10" destOrd="0" presId="urn:microsoft.com/office/officeart/2005/8/layout/vList5"/>
    <dgm:cxn modelId="{F63C709C-E09C-40C1-A0F8-4891D60CD541}" type="presParOf" srcId="{CD6B2A4F-9717-467A-BAA9-D6FAC719524C}" destId="{7B50FBD2-F911-4877-9CD6-138CAEA1A620}" srcOrd="0" destOrd="0" presId="urn:microsoft.com/office/officeart/2005/8/layout/vList5"/>
    <dgm:cxn modelId="{DF7D18D8-379F-4024-B1AE-FBB570C081BC}" type="presParOf" srcId="{CD6B2A4F-9717-467A-BAA9-D6FAC719524C}" destId="{D0A2E0E3-BE8B-4FA5-A565-F3360E7644A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D8E29-D5F3-49D4-8702-440D26462B1C}">
      <dsp:nvSpPr>
        <dsp:cNvPr id="0" name=""/>
        <dsp:cNvSpPr/>
      </dsp:nvSpPr>
      <dsp:spPr>
        <a:xfrm rot="5400000">
          <a:off x="4793761" y="-2052160"/>
          <a:ext cx="519906" cy="47564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Extract data from SQL databases(Customer, Product and Transaction)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Removing missing values and standardize data formats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Load data into Python for further analysis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75496" y="91485"/>
        <a:ext cx="4731057" cy="469146"/>
      </dsp:txXfrm>
    </dsp:sp>
    <dsp:sp modelId="{DE0F4ED2-3ECA-4B33-BE8C-2284B51D196B}">
      <dsp:nvSpPr>
        <dsp:cNvPr id="0" name=""/>
        <dsp:cNvSpPr/>
      </dsp:nvSpPr>
      <dsp:spPr>
        <a:xfrm>
          <a:off x="0" y="1116"/>
          <a:ext cx="2675495" cy="6498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Ingestion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725" y="32841"/>
        <a:ext cx="2612045" cy="586432"/>
      </dsp:txXfrm>
    </dsp:sp>
    <dsp:sp modelId="{BF0B1394-8EAD-48E4-B4AF-150E81FE2762}">
      <dsp:nvSpPr>
        <dsp:cNvPr id="0" name=""/>
        <dsp:cNvSpPr/>
      </dsp:nvSpPr>
      <dsp:spPr>
        <a:xfrm rot="5400000">
          <a:off x="4786456" y="-1369783"/>
          <a:ext cx="534515" cy="47564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summary statistics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Visualizing variable distributions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Identifying data inconsistencies or outliers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75496" y="767270"/>
        <a:ext cx="4730344" cy="482329"/>
      </dsp:txXfrm>
    </dsp:sp>
    <dsp:sp modelId="{32B03949-71A7-41FD-A1D1-51AC779B419A}">
      <dsp:nvSpPr>
        <dsp:cNvPr id="0" name=""/>
        <dsp:cNvSpPr/>
      </dsp:nvSpPr>
      <dsp:spPr>
        <a:xfrm>
          <a:off x="0" y="683493"/>
          <a:ext cx="2675495" cy="6498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Exploration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725" y="715218"/>
        <a:ext cx="2612045" cy="586432"/>
      </dsp:txXfrm>
    </dsp:sp>
    <dsp:sp modelId="{69E1FE1F-A707-4E41-8852-C219E16B76D7}">
      <dsp:nvSpPr>
        <dsp:cNvPr id="0" name=""/>
        <dsp:cNvSpPr/>
      </dsp:nvSpPr>
      <dsp:spPr>
        <a:xfrm rot="5400000">
          <a:off x="4793761" y="-687407"/>
          <a:ext cx="519906" cy="47564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Convert Trnst_Date variable to date using </a:t>
          </a:r>
          <a:r>
            <a:rPr lang="en-US" sz="1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pd.datetime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 seasonality trends and transaction peak periods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Discover transaction patterns over time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75496" y="1456238"/>
        <a:ext cx="4731057" cy="469146"/>
      </dsp:txXfrm>
    </dsp:sp>
    <dsp:sp modelId="{05D9E159-2F01-4450-9ECA-63C2FDFBE01E}">
      <dsp:nvSpPr>
        <dsp:cNvPr id="0" name=""/>
        <dsp:cNvSpPr/>
      </dsp:nvSpPr>
      <dsp:spPr>
        <a:xfrm>
          <a:off x="0" y="1365870"/>
          <a:ext cx="2675495" cy="6498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Time Dependency Analysis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725" y="1397595"/>
        <a:ext cx="2612045" cy="586432"/>
      </dsp:txXfrm>
    </dsp:sp>
    <dsp:sp modelId="{3FA0FE3B-4FEF-4661-9CAA-43E9D7D0CA19}">
      <dsp:nvSpPr>
        <dsp:cNvPr id="0" name=""/>
        <dsp:cNvSpPr/>
      </dsp:nvSpPr>
      <dsp:spPr>
        <a:xfrm rot="5400000">
          <a:off x="4793761" y="-5030"/>
          <a:ext cx="519906" cy="47564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product category flags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new variables for RFM analysis and other behavioral features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75496" y="2138615"/>
        <a:ext cx="4731057" cy="469146"/>
      </dsp:txXfrm>
    </dsp:sp>
    <dsp:sp modelId="{3EA933BA-6AC3-4A82-AD9C-0BE469647B5C}">
      <dsp:nvSpPr>
        <dsp:cNvPr id="0" name=""/>
        <dsp:cNvSpPr/>
      </dsp:nvSpPr>
      <dsp:spPr>
        <a:xfrm>
          <a:off x="0" y="2048247"/>
          <a:ext cx="2675495" cy="6498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Engineering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725" y="2079972"/>
        <a:ext cx="2612045" cy="586432"/>
      </dsp:txXfrm>
    </dsp:sp>
    <dsp:sp modelId="{DB3F1E08-1CE4-4C04-87DA-7A7E2EBB4A9B}">
      <dsp:nvSpPr>
        <dsp:cNvPr id="0" name=""/>
        <dsp:cNvSpPr/>
      </dsp:nvSpPr>
      <dsp:spPr>
        <a:xfrm rot="5400000">
          <a:off x="4793761" y="677346"/>
          <a:ext cx="519906" cy="47564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Calculate the Total Amount per Transaction (DEPVAR)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Visualize DEPVAR distribution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75496" y="2820991"/>
        <a:ext cx="4731057" cy="469146"/>
      </dsp:txXfrm>
    </dsp:sp>
    <dsp:sp modelId="{0E350E42-D7EE-4E53-AB01-154EE7E58551}">
      <dsp:nvSpPr>
        <dsp:cNvPr id="0" name=""/>
        <dsp:cNvSpPr/>
      </dsp:nvSpPr>
      <dsp:spPr>
        <a:xfrm>
          <a:off x="0" y="2730624"/>
          <a:ext cx="2675495" cy="6498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Dependent Variable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725" y="2762349"/>
        <a:ext cx="2612045" cy="586432"/>
      </dsp:txXfrm>
    </dsp:sp>
    <dsp:sp modelId="{D0A2E0E3-BE8B-4FA5-A565-F3360E7644AD}">
      <dsp:nvSpPr>
        <dsp:cNvPr id="0" name=""/>
        <dsp:cNvSpPr/>
      </dsp:nvSpPr>
      <dsp:spPr>
        <a:xfrm rot="5400000">
          <a:off x="4793761" y="1359723"/>
          <a:ext cx="519906" cy="47564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Compute statistics for DEPVAR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75496" y="3503368"/>
        <a:ext cx="4731057" cy="469146"/>
      </dsp:txXfrm>
    </dsp:sp>
    <dsp:sp modelId="{7B50FBD2-F911-4877-9CD6-138CAEA1A620}">
      <dsp:nvSpPr>
        <dsp:cNvPr id="0" name=""/>
        <dsp:cNvSpPr/>
      </dsp:nvSpPr>
      <dsp:spPr>
        <a:xfrm>
          <a:off x="0" y="3413000"/>
          <a:ext cx="2675495" cy="6498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Statistical Analysis</a:t>
          </a:r>
          <a:endParaRPr lang="en-GB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725" y="3444725"/>
        <a:ext cx="2612045" cy="586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 hasCustomPrompt="1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05" name="Google Shape;10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3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08" name="Google Shape;108;p1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2" name="Google Shape;112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15" name="Google Shape;115;p1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3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51" name="Google Shape;151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54" name="Google Shape;154;p1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18"/>
          <p:cNvSpPr txBox="1">
            <a:spLocks noGrp="1"/>
          </p:cNvSpPr>
          <p:nvPr>
            <p:ph type="subTitle" idx="1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4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09" y="-12613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481010" y="945137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Analytics Term 1 Project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635404" y="2697274"/>
            <a:ext cx="4461890" cy="16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2025, University of West Georgia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Enita Omuvwie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>
            <a:spLocks noGrp="1"/>
          </p:cNvSpPr>
          <p:nvPr>
            <p:ph type="title" idx="2"/>
          </p:nvPr>
        </p:nvSpPr>
        <p:spPr>
          <a:xfrm>
            <a:off x="720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 idx="3"/>
          </p:nvPr>
        </p:nvSpPr>
        <p:spPr>
          <a:xfrm>
            <a:off x="720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71" name="Google Shape;271;p31"/>
          <p:cNvSpPr txBox="1">
            <a:spLocks noGrp="1"/>
          </p:cNvSpPr>
          <p:nvPr>
            <p:ph type="title" idx="4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 idx="5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 idx="6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&amp; Output</a:t>
            </a:r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Google Shape;1404;p35">
            <a:extLst>
              <a:ext uri="{FF2B5EF4-FFF2-40B4-BE49-F238E27FC236}">
                <a16:creationId xmlns:a16="http://schemas.microsoft.com/office/drawing/2014/main" id="{0D52E6DE-DC14-A02C-FCE9-73F93FF50873}"/>
              </a:ext>
            </a:extLst>
          </p:cNvPr>
          <p:cNvSpPr txBox="1">
            <a:spLocks/>
          </p:cNvSpPr>
          <p:nvPr/>
        </p:nvSpPr>
        <p:spPr>
          <a:xfrm>
            <a:off x="201191" y="17100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412;p35">
            <a:extLst>
              <a:ext uri="{FF2B5EF4-FFF2-40B4-BE49-F238E27FC236}">
                <a16:creationId xmlns:a16="http://schemas.microsoft.com/office/drawing/2014/main" id="{9F643757-8115-7DA5-AFE1-D39D3F818B54}"/>
              </a:ext>
            </a:extLst>
          </p:cNvPr>
          <p:cNvSpPr txBox="1">
            <a:spLocks/>
          </p:cNvSpPr>
          <p:nvPr/>
        </p:nvSpPr>
        <p:spPr>
          <a:xfrm>
            <a:off x="4121400" y="1353088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416;p35">
            <a:extLst>
              <a:ext uri="{FF2B5EF4-FFF2-40B4-BE49-F238E27FC236}">
                <a16:creationId xmlns:a16="http://schemas.microsoft.com/office/drawing/2014/main" id="{F3FB17EF-3BEA-B647-33A0-4E9EC8B17E08}"/>
              </a:ext>
            </a:extLst>
          </p:cNvPr>
          <p:cNvSpPr txBox="1">
            <a:spLocks/>
          </p:cNvSpPr>
          <p:nvPr/>
        </p:nvSpPr>
        <p:spPr>
          <a:xfrm>
            <a:off x="6827425" y="1353088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>
            <a:spLocks noGrp="1"/>
          </p:cNvSpPr>
          <p:nvPr>
            <p:ph type="subTitle" idx="4"/>
          </p:nvPr>
        </p:nvSpPr>
        <p:spPr>
          <a:xfrm>
            <a:off x="5748217" y="2122050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Google Shape;304;p34"/>
          <p:cNvSpPr txBox="1">
            <a:spLocks noGrp="1"/>
          </p:cNvSpPr>
          <p:nvPr>
            <p:ph type="subTitle" idx="1"/>
          </p:nvPr>
        </p:nvSpPr>
        <p:spPr>
          <a:xfrm>
            <a:off x="5534208" y="2734806"/>
            <a:ext cx="3473603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distribution of key variables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transaction trends over time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variable DEPVAR and flags per product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summary statistics of time dependent variable related to the new variable DEPVAR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Google Shape;305;p34"/>
          <p:cNvSpPr txBox="1">
            <a:spLocks noGrp="1"/>
          </p:cNvSpPr>
          <p:nvPr>
            <p:ph type="subTitle" idx="2"/>
          </p:nvPr>
        </p:nvSpPr>
        <p:spPr>
          <a:xfrm>
            <a:off x="828798" y="2734806"/>
            <a:ext cx="3367065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structured marketing dB from different tables to store both transactions and customer information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essential queries to extract key data sets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of data, handling missing values and data format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34"/>
          <p:cNvSpPr txBox="1">
            <a:spLocks noGrp="1"/>
          </p:cNvSpPr>
          <p:nvPr>
            <p:ph type="subTitle" idx="3"/>
          </p:nvPr>
        </p:nvSpPr>
        <p:spPr>
          <a:xfrm>
            <a:off x="971484" y="2073583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5993345" y="1609888"/>
            <a:ext cx="310898" cy="365762"/>
          </a:xfrm>
          <a:custGeom>
            <a:avLst/>
            <a:gdLst/>
            <a:ahLst/>
            <a:cxnLst/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8" name="Google Shape;308;p34"/>
          <p:cNvGrpSpPr/>
          <p:nvPr/>
        </p:nvGrpSpPr>
        <p:grpSpPr>
          <a:xfrm>
            <a:off x="1081451" y="1609888"/>
            <a:ext cx="329193" cy="329185"/>
            <a:chOff x="-3852025" y="2764950"/>
            <a:chExt cx="291450" cy="293000"/>
          </a:xfrm>
        </p:grpSpPr>
        <p:sp>
          <p:nvSpPr>
            <p:cNvPr id="309" name="Google Shape;309;p34"/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AD8DAE8-B55A-86EE-D67C-FBDB455E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41" y="192776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CFE3C05-1280-EA16-6D07-C10DB083C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516" y="1060694"/>
            <a:ext cx="7923826" cy="8751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integrated three datasets: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Marketing_data.csv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behavior, product performance and sales trends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ACC8FBEE-5363-DE39-ACB2-AEC8FAC6C451}"/>
              </a:ext>
            </a:extLst>
          </p:cNvPr>
          <p:cNvSpPr txBox="1">
            <a:spLocks/>
          </p:cNvSpPr>
          <p:nvPr/>
        </p:nvSpPr>
        <p:spPr>
          <a:xfrm>
            <a:off x="781001" y="2176700"/>
            <a:ext cx="7136400" cy="17457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Cust_Gender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used for customer spending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Prdct_ID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Prdct_Category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Prdct_Amt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help creating flag per products and discover purchasing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Trnsct_ID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Trnsct_Date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Prch_Quantity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help in conducting time-dependency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5337182E-626F-DED3-7554-BF6904F0EF82}"/>
              </a:ext>
            </a:extLst>
          </p:cNvPr>
          <p:cNvSpPr txBox="1">
            <a:spLocks/>
          </p:cNvSpPr>
          <p:nvPr/>
        </p:nvSpPr>
        <p:spPr>
          <a:xfrm>
            <a:off x="726816" y="4202374"/>
            <a:ext cx="7136400" cy="527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further marketing analysis for decision making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5">
            <a:extLst>
              <a:ext uri="{FF2B5EF4-FFF2-40B4-BE49-F238E27FC236}">
                <a16:creationId xmlns:a16="http://schemas.microsoft.com/office/drawing/2014/main" id="{536E5A73-1E44-0D4A-E9B5-1DC9286B41C7}"/>
              </a:ext>
            </a:extLst>
          </p:cNvPr>
          <p:cNvSpPr txBox="1">
            <a:spLocks/>
          </p:cNvSpPr>
          <p:nvPr/>
        </p:nvSpPr>
        <p:spPr>
          <a:xfrm>
            <a:off x="385492" y="787197"/>
            <a:ext cx="7136400" cy="427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26A0C342-A718-AF35-2E84-C631673F2921}"/>
              </a:ext>
            </a:extLst>
          </p:cNvPr>
          <p:cNvSpPr txBox="1">
            <a:spLocks/>
          </p:cNvSpPr>
          <p:nvPr/>
        </p:nvSpPr>
        <p:spPr>
          <a:xfrm>
            <a:off x="656660" y="1862073"/>
            <a:ext cx="7136400" cy="427500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Tables in Marketing Dataset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ubtitle 7">
            <a:extLst>
              <a:ext uri="{FF2B5EF4-FFF2-40B4-BE49-F238E27FC236}">
                <a16:creationId xmlns:a16="http://schemas.microsoft.com/office/drawing/2014/main" id="{0668C96B-4195-183E-D7A5-C581AE56A183}"/>
              </a:ext>
            </a:extLst>
          </p:cNvPr>
          <p:cNvSpPr txBox="1">
            <a:spLocks/>
          </p:cNvSpPr>
          <p:nvPr/>
        </p:nvSpPr>
        <p:spPr>
          <a:xfrm>
            <a:off x="612516" y="3941888"/>
            <a:ext cx="7136400" cy="427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8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0997F5-C916-C29E-D7B5-305C4F61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00" y="68889"/>
            <a:ext cx="7704000" cy="4708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3F1FF8F-B6A2-E397-80AC-D4A65EB69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9096737"/>
              </p:ext>
            </p:extLst>
          </p:nvPr>
        </p:nvGraphicFramePr>
        <p:xfrm>
          <a:off x="953309" y="682422"/>
          <a:ext cx="743193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16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3E91E-8555-0A32-B8C0-3C1DED80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SQL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D3D697A-627B-103C-E9A9-CB51E83553F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Transactions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47CC10E-0FE2-86EF-2D15-E668182EFE7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478798" y="936976"/>
            <a:ext cx="340693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Table Output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D78694A-1D98-B1D4-66A5-E9B59A9C1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21" y="1516094"/>
            <a:ext cx="3845667" cy="2597724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DADB7DBC-DFFA-008A-DD70-10C62342E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97" y="1386676"/>
            <a:ext cx="4097937" cy="272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1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9141-5144-DCEA-F050-B9D34E47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C7C0-DC00-AA5B-53BB-FD59323D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SQL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F76FCB-EDCA-82AE-7A68-CDD2F996246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Spent by Customers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F7CDD18-282B-225E-99FF-682F83BECD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03890" y="934548"/>
            <a:ext cx="340693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Spent by Products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white object with a long white object&#10;&#10;Description automatically generated with medium confidence">
            <a:extLst>
              <a:ext uri="{FF2B5EF4-FFF2-40B4-BE49-F238E27FC236}">
                <a16:creationId xmlns:a16="http://schemas.microsoft.com/office/drawing/2014/main" id="{3A7516C1-1D9C-26D1-343F-AFC0BAD51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" y="1384248"/>
            <a:ext cx="4700915" cy="209825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41D1779-75C6-32BB-0A52-31B04DF56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890" y="1442599"/>
            <a:ext cx="3992887" cy="280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3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7735-A072-C401-2B37-FDFC03DC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7105-F4D8-792A-BAF5-FADEBB55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SQL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AB355C-7D5C-CA85-26AF-D1BCD5BE876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Spent by Customers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16A0E26-C1D4-D49D-FE34-C4259121655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03890" y="934548"/>
            <a:ext cx="340693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Spent by Products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white object with a long white object&#10;&#10;Description automatically generated with medium confidence">
            <a:extLst>
              <a:ext uri="{FF2B5EF4-FFF2-40B4-BE49-F238E27FC236}">
                <a16:creationId xmlns:a16="http://schemas.microsoft.com/office/drawing/2014/main" id="{4DBCF421-145E-AD16-3365-B674E8D5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" y="1384248"/>
            <a:ext cx="4700915" cy="209825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AB5CA1D-2664-BA35-6F7F-DEF620A3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890" y="1442599"/>
            <a:ext cx="3992887" cy="280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6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58E3-6190-CA7F-539E-74308244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74E3-41B9-A18E-C455-8F91043D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SQL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C5AA54-C339-AE9D-4816-A6B9A4E96BA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Spent by Categories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BD06660-E1DF-2F9B-F782-470DBA2B7D8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0" y="934548"/>
            <a:ext cx="373882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Amount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70B33EB-2055-E088-6F84-F76373476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6" y="1591998"/>
            <a:ext cx="4234621" cy="2331491"/>
          </a:xfrm>
          <a:prstGeom prst="rect">
            <a:avLst/>
          </a:prstGeom>
        </p:spPr>
      </p:pic>
      <p:pic>
        <p:nvPicPr>
          <p:cNvPr id="8" name="Picture 7" descr="A white rectangular object with blue lines&#10;&#10;Description automatically generated">
            <a:extLst>
              <a:ext uri="{FF2B5EF4-FFF2-40B4-BE49-F238E27FC236}">
                <a16:creationId xmlns:a16="http://schemas.microsoft.com/office/drawing/2014/main" id="{FDC18EA1-9971-D395-419D-8B8AF89B4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70990"/>
            <a:ext cx="4396752" cy="200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1E20-8876-9A78-ED99-0D7DA5C6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7BBE-244A-9B95-DE06-021C36E1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96AC3A7-F3A7-5550-2070-E69C1B6615C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Data Statistics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FEB045B-05E9-BA7F-4E78-0946E71F21E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0" y="934548"/>
            <a:ext cx="373882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before Date Conversion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67F2E-CAFC-3F9D-9B5B-11C1AF17E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4" y="1438511"/>
            <a:ext cx="4312316" cy="2002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609A42-AD47-6382-473F-7BDFF851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0939"/>
            <a:ext cx="4571999" cy="19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13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2A7A-C248-FF26-EB52-39F2ABC5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F327-482F-EACE-A62A-6A627E14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2ECF81-F046-AFF4-373A-6000D2487B7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Data Details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6EB2D-834A-A1BF-0E6B-EE2968568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16" y="1384248"/>
            <a:ext cx="5492733" cy="226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51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A287-A424-701D-EEA0-A02F5A6A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44FE-8AEB-14EB-A568-F27A782A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97AE3C-8B9A-0544-5045-32CDDED7932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Data Graph Distribution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6A378F-2DF4-767F-5396-1128D49CB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16" y="1587186"/>
            <a:ext cx="7963711" cy="24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7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B9179-92F6-0B27-B440-D72B3735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07CC-B28A-AFA3-B77C-6CC1415A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FC4500-1EAE-5B33-DC1B-458F3B9EC16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716" y="934548"/>
            <a:ext cx="3819572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Distribution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2011BC6-43D7-3995-8718-1D056857126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0" y="934548"/>
            <a:ext cx="373882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Gender Distribution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47CF7-36E2-0BF7-03B7-120BDE22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6" y="1587186"/>
            <a:ext cx="4500511" cy="2099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DC8944-33E2-5E4F-F84C-85D39E71C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374" y="1587186"/>
            <a:ext cx="4299626" cy="200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32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B15CE-1E94-5C75-9D91-AA06F29EB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032B-9B22-FE8E-784C-339C6522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98A66E-481B-069D-096D-B43A088C903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04955" y="811549"/>
            <a:ext cx="4267045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Distribution by Gender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41646EE-67BF-3C85-E00C-75604151FA5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0" y="934548"/>
            <a:ext cx="373882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Gender Distribution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50596-2D84-4DF6-D8C1-09DC4AFA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248"/>
            <a:ext cx="4572000" cy="3342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4ECEAB-64E3-3CE7-38AD-CC384DD89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71" y="1384248"/>
            <a:ext cx="4314129" cy="32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73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BF9F-7F7B-CEDF-4590-C43767D2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657D-92D9-913C-B86D-21478B62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Python-Time Dependency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13559D-8439-766F-F657-00ACAF67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" y="1380687"/>
            <a:ext cx="4623573" cy="30996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DF5F60-B829-38F9-EC99-9A4A92FA84A8}"/>
              </a:ext>
            </a:extLst>
          </p:cNvPr>
          <p:cNvSpPr txBox="1"/>
          <p:nvPr/>
        </p:nvSpPr>
        <p:spPr>
          <a:xfrm>
            <a:off x="181736" y="798193"/>
            <a:ext cx="4377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trend of transactions over some features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96A9BB76-9DE5-2473-18F0-8B0FBD76B7D9}"/>
              </a:ext>
            </a:extLst>
          </p:cNvPr>
          <p:cNvSpPr txBox="1">
            <a:spLocks/>
          </p:cNvSpPr>
          <p:nvPr/>
        </p:nvSpPr>
        <p:spPr>
          <a:xfrm>
            <a:off x="4915712" y="994824"/>
            <a:ext cx="4228288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Trend over Time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077339-E0B8-A47F-1232-F7C46DC23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153" y="1380687"/>
            <a:ext cx="4455267" cy="308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00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17F1-0476-364F-008E-6D9D559D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FBD2-6378-997F-4E70-40BE93C4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Python- Category Flags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F2DE62C-37F1-1966-42EC-7F4D91F1A07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0" y="934548"/>
            <a:ext cx="4228288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Flags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9FDDCB7-C3DF-C847-406C-79EB6FE7024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085617" y="811548"/>
            <a:ext cx="4957697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using RFM Analysis(Recency, Frequency, Monetary)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708099-BB11-5924-7B51-19CA9C7C0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9" y="1384248"/>
            <a:ext cx="4046706" cy="3037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D44DF8-C777-5B67-E294-DE8FA0E1A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288" y="1507248"/>
            <a:ext cx="4815027" cy="291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04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27B81-FAE6-5EFF-416D-87BEA1CE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6939-4AB7-3755-A5AF-55673B37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36" y="15891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Output : Python – Feature Engineering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2F6EA64-ADF8-16FC-18C3-2F10577B5A4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0" y="934548"/>
            <a:ext cx="3450077" cy="449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Feature DEPVAR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976679-BCD3-76F1-833C-857F20D535C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143983" y="811548"/>
            <a:ext cx="4753583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DEPVAR Statistics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5D325C-7B34-7E9B-57C3-2F71AB40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983" y="1464187"/>
            <a:ext cx="4883285" cy="2913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074565-84E3-6915-9835-18080B85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4187"/>
            <a:ext cx="4059677" cy="16812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9C47B2-491A-1A91-8474-747B7C694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5396"/>
            <a:ext cx="4059677" cy="13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9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911;p60">
            <a:extLst>
              <a:ext uri="{FF2B5EF4-FFF2-40B4-BE49-F238E27FC236}">
                <a16:creationId xmlns:a16="http://schemas.microsoft.com/office/drawing/2014/main" id="{164C0F2C-AC28-BA53-7164-1BCB5999A73A}"/>
              </a:ext>
            </a:extLst>
          </p:cNvPr>
          <p:cNvSpPr txBox="1">
            <a:spLocks/>
          </p:cNvSpPr>
          <p:nvPr/>
        </p:nvSpPr>
        <p:spPr>
          <a:xfrm>
            <a:off x="990496" y="1573080"/>
            <a:ext cx="5833378" cy="9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4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912;p60">
            <a:extLst>
              <a:ext uri="{FF2B5EF4-FFF2-40B4-BE49-F238E27FC236}">
                <a16:creationId xmlns:a16="http://schemas.microsoft.com/office/drawing/2014/main" id="{8118E07C-1FB1-F9F2-9EAD-E0F413D405BE}"/>
              </a:ext>
            </a:extLst>
          </p:cNvPr>
          <p:cNvSpPr txBox="1">
            <a:spLocks/>
          </p:cNvSpPr>
          <p:nvPr/>
        </p:nvSpPr>
        <p:spPr>
          <a:xfrm>
            <a:off x="990463" y="2665160"/>
            <a:ext cx="5833378" cy="10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 algn="ctr"/>
            <a:r>
              <a:rPr lang="en-US" b="1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Do you have any questions?</a:t>
            </a:r>
          </a:p>
          <a:p>
            <a:pPr marL="0" indent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eomuvwi1@my.westga.edu</a:t>
            </a:r>
          </a:p>
        </p:txBody>
      </p:sp>
    </p:spTree>
    <p:extLst>
      <p:ext uri="{BB962C8B-B14F-4D97-AF65-F5344CB8AC3E}">
        <p14:creationId xmlns:p14="http://schemas.microsoft.com/office/powerpoint/2010/main" val="874972319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de19331-cc30-459f-8443-6a4b68734b50}" enabled="0" method="" siteId="{8de19331-cc30-459f-8443-6a4b68734b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3615</TotalTime>
  <Words>474</Words>
  <Application>Microsoft Office PowerPoint</Application>
  <PresentationFormat>On-screen Show (16:9)</PresentationFormat>
  <Paragraphs>98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Cairo</vt:lpstr>
      <vt:lpstr>Space Grotesk Medium</vt:lpstr>
      <vt:lpstr>Space Grotesk</vt:lpstr>
      <vt:lpstr>Times New Roman</vt:lpstr>
      <vt:lpstr>Arial</vt:lpstr>
      <vt:lpstr>Anaheim</vt:lpstr>
      <vt:lpstr>Raleway</vt:lpstr>
      <vt:lpstr>Data Migration Project Proposal by Slidesgo</vt:lpstr>
      <vt:lpstr>Retail Analytics Term 1 Project</vt:lpstr>
      <vt:lpstr>01</vt:lpstr>
      <vt:lpstr>Objective</vt:lpstr>
      <vt:lpstr>Background</vt:lpstr>
      <vt:lpstr>Methodology</vt:lpstr>
      <vt:lpstr>Code and Output : SQL</vt:lpstr>
      <vt:lpstr>Code and Output : SQL</vt:lpstr>
      <vt:lpstr>Code and Output : SQL</vt:lpstr>
      <vt:lpstr>Code and Output : SQL</vt:lpstr>
      <vt:lpstr>Code and Output : Python</vt:lpstr>
      <vt:lpstr>Code and Output : Python</vt:lpstr>
      <vt:lpstr>Code and Output : Python</vt:lpstr>
      <vt:lpstr>Code and Output : Python</vt:lpstr>
      <vt:lpstr>Code and Output : Python</vt:lpstr>
      <vt:lpstr>Code and Output : Python-Time Dependency </vt:lpstr>
      <vt:lpstr>Code and Output : Python- Category Flags</vt:lpstr>
      <vt:lpstr>Code and Output : Python – Feature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Enita</dc:creator>
  <cp:lastModifiedBy>Enita  Omuvwie</cp:lastModifiedBy>
  <cp:revision>1</cp:revision>
  <dcterms:modified xsi:type="dcterms:W3CDTF">2025-03-30T23:37:35Z</dcterms:modified>
</cp:coreProperties>
</file>